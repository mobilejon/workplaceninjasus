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6" r:id="rId2"/>
    <p:sldMasterId id="2147483714" r:id="rId3"/>
  </p:sldMasterIdLst>
  <p:notesMasterIdLst>
    <p:notesMasterId r:id="rId44"/>
  </p:notesMasterIdLst>
  <p:sldIdLst>
    <p:sldId id="272" r:id="rId4"/>
    <p:sldId id="363" r:id="rId5"/>
    <p:sldId id="388" r:id="rId6"/>
    <p:sldId id="273" r:id="rId7"/>
    <p:sldId id="258" r:id="rId8"/>
    <p:sldId id="257" r:id="rId9"/>
    <p:sldId id="259" r:id="rId10"/>
    <p:sldId id="260" r:id="rId11"/>
    <p:sldId id="262" r:id="rId12"/>
    <p:sldId id="261" r:id="rId13"/>
    <p:sldId id="263" r:id="rId14"/>
    <p:sldId id="264" r:id="rId15"/>
    <p:sldId id="389" r:id="rId16"/>
    <p:sldId id="265" r:id="rId17"/>
    <p:sldId id="266" r:id="rId18"/>
    <p:sldId id="267" r:id="rId19"/>
    <p:sldId id="268" r:id="rId20"/>
    <p:sldId id="269" r:id="rId21"/>
    <p:sldId id="271" r:id="rId22"/>
    <p:sldId id="270" r:id="rId23"/>
    <p:sldId id="274" r:id="rId24"/>
    <p:sldId id="276" r:id="rId25"/>
    <p:sldId id="277" r:id="rId26"/>
    <p:sldId id="278" r:id="rId27"/>
    <p:sldId id="279" r:id="rId28"/>
    <p:sldId id="275" r:id="rId29"/>
    <p:sldId id="280" r:id="rId30"/>
    <p:sldId id="281" r:id="rId31"/>
    <p:sldId id="284" r:id="rId32"/>
    <p:sldId id="283" r:id="rId33"/>
    <p:sldId id="285" r:id="rId34"/>
    <p:sldId id="286" r:id="rId35"/>
    <p:sldId id="287" r:id="rId36"/>
    <p:sldId id="289" r:id="rId37"/>
    <p:sldId id="288" r:id="rId38"/>
    <p:sldId id="291" r:id="rId39"/>
    <p:sldId id="290" r:id="rId40"/>
    <p:sldId id="293" r:id="rId41"/>
    <p:sldId id="292" r:id="rId42"/>
    <p:sldId id="387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F2E"/>
    <a:srgbClr val="000B22"/>
    <a:srgbClr val="A8D1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C1D969-C910-4EDC-8EDF-7570ECC1E1DE}" v="13" dt="2026-04-15T15:13:14.9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3612" autoAdjust="0"/>
    <p:restoredTop sz="86854" autoAdjust="0"/>
  </p:normalViewPr>
  <p:slideViewPr>
    <p:cSldViewPr snapToGrid="0">
      <p:cViewPr>
        <p:scale>
          <a:sx n="50" d="100"/>
          <a:sy n="50" d="100"/>
        </p:scale>
        <p:origin x="19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microsoft.com/office/2016/11/relationships/changesInfo" Target="changesInfos/changesInfo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MOTHY MANGAN" userId="da7886f6-8ac8-42df-bf26-cc9e01828154" providerId="ADAL" clId="{D22B759A-193E-4175-AA5C-FB88495188E2}"/>
    <pc:docChg chg="undo custSel addSld delSld modSld sldOrd addMainMaster delMainMaster modMainMaster">
      <pc:chgData name="TIMOTHY MANGAN" userId="da7886f6-8ac8-42df-bf26-cc9e01828154" providerId="ADAL" clId="{D22B759A-193E-4175-AA5C-FB88495188E2}" dt="2026-04-15T18:28:50.298" v="3025" actId="1036"/>
      <pc:docMkLst>
        <pc:docMk/>
      </pc:docMkLst>
      <pc:sldChg chg="addSp delSp modSp mod">
        <pc:chgData name="TIMOTHY MANGAN" userId="da7886f6-8ac8-42df-bf26-cc9e01828154" providerId="ADAL" clId="{D22B759A-193E-4175-AA5C-FB88495188E2}" dt="2026-04-04T14:58:45.538" v="114" actId="478"/>
        <pc:sldMkLst>
          <pc:docMk/>
          <pc:sldMk cId="3516515982" sldId="258"/>
        </pc:sldMkLst>
      </pc:sldChg>
      <pc:sldChg chg="modSp mod ord">
        <pc:chgData name="TIMOTHY MANGAN" userId="da7886f6-8ac8-42df-bf26-cc9e01828154" providerId="ADAL" clId="{D22B759A-193E-4175-AA5C-FB88495188E2}" dt="2026-04-15T17:23:58.911" v="2896" actId="20577"/>
        <pc:sldMkLst>
          <pc:docMk/>
          <pc:sldMk cId="2274789446" sldId="262"/>
        </pc:sldMkLst>
        <pc:spChg chg="mod">
          <ac:chgData name="TIMOTHY MANGAN" userId="da7886f6-8ac8-42df-bf26-cc9e01828154" providerId="ADAL" clId="{D22B759A-193E-4175-AA5C-FB88495188E2}" dt="2026-04-15T17:23:58.911" v="2896" actId="20577"/>
          <ac:spMkLst>
            <pc:docMk/>
            <pc:sldMk cId="2274789446" sldId="262"/>
            <ac:spMk id="2" creationId="{A4DEA73E-A2D6-2974-89EC-9CBFB5D29A25}"/>
          </ac:spMkLst>
        </pc:spChg>
        <pc:spChg chg="mod">
          <ac:chgData name="TIMOTHY MANGAN" userId="da7886f6-8ac8-42df-bf26-cc9e01828154" providerId="ADAL" clId="{D22B759A-193E-4175-AA5C-FB88495188E2}" dt="2026-04-04T15:22:38.272" v="204" actId="27636"/>
          <ac:spMkLst>
            <pc:docMk/>
            <pc:sldMk cId="2274789446" sldId="262"/>
            <ac:spMk id="3" creationId="{02201065-E291-7DC8-9E66-A556777FE540}"/>
          </ac:spMkLst>
        </pc:spChg>
      </pc:sldChg>
      <pc:sldChg chg="modSp mod">
        <pc:chgData name="TIMOTHY MANGAN" userId="da7886f6-8ac8-42df-bf26-cc9e01828154" providerId="ADAL" clId="{D22B759A-193E-4175-AA5C-FB88495188E2}" dt="2026-04-15T17:24:07.202" v="2900" actId="20577"/>
        <pc:sldMkLst>
          <pc:docMk/>
          <pc:sldMk cId="876343697" sldId="263"/>
        </pc:sldMkLst>
        <pc:spChg chg="mod">
          <ac:chgData name="TIMOTHY MANGAN" userId="da7886f6-8ac8-42df-bf26-cc9e01828154" providerId="ADAL" clId="{D22B759A-193E-4175-AA5C-FB88495188E2}" dt="2026-04-15T17:24:07.202" v="2900" actId="20577"/>
          <ac:spMkLst>
            <pc:docMk/>
            <pc:sldMk cId="876343697" sldId="263"/>
            <ac:spMk id="2" creationId="{90DF5CC7-594B-0CCA-950C-BA67A7C622D4}"/>
          </ac:spMkLst>
        </pc:spChg>
      </pc:sldChg>
      <pc:sldChg chg="modSp mod">
        <pc:chgData name="TIMOTHY MANGAN" userId="da7886f6-8ac8-42df-bf26-cc9e01828154" providerId="ADAL" clId="{D22B759A-193E-4175-AA5C-FB88495188E2}" dt="2026-04-15T17:24:17.997" v="2904" actId="20577"/>
        <pc:sldMkLst>
          <pc:docMk/>
          <pc:sldMk cId="1699314451" sldId="264"/>
        </pc:sldMkLst>
        <pc:spChg chg="mod">
          <ac:chgData name="TIMOTHY MANGAN" userId="da7886f6-8ac8-42df-bf26-cc9e01828154" providerId="ADAL" clId="{D22B759A-193E-4175-AA5C-FB88495188E2}" dt="2026-04-15T17:24:17.997" v="2904" actId="20577"/>
          <ac:spMkLst>
            <pc:docMk/>
            <pc:sldMk cId="1699314451" sldId="264"/>
            <ac:spMk id="2" creationId="{13241547-0104-0754-45DB-333B35EF9E94}"/>
          </ac:spMkLst>
        </pc:spChg>
      </pc:sldChg>
      <pc:sldChg chg="modSp mod">
        <pc:chgData name="TIMOTHY MANGAN" userId="da7886f6-8ac8-42df-bf26-cc9e01828154" providerId="ADAL" clId="{D22B759A-193E-4175-AA5C-FB88495188E2}" dt="2026-04-15T17:26:22.152" v="2970" actId="20577"/>
        <pc:sldMkLst>
          <pc:docMk/>
          <pc:sldMk cId="3140152517" sldId="266"/>
        </pc:sldMkLst>
        <pc:spChg chg="mod">
          <ac:chgData name="TIMOTHY MANGAN" userId="da7886f6-8ac8-42df-bf26-cc9e01828154" providerId="ADAL" clId="{D22B759A-193E-4175-AA5C-FB88495188E2}" dt="2026-04-15T17:26:22.152" v="2970" actId="20577"/>
          <ac:spMkLst>
            <pc:docMk/>
            <pc:sldMk cId="3140152517" sldId="266"/>
            <ac:spMk id="2" creationId="{71012339-7C17-66E0-6F0E-E0B3C659BB4F}"/>
          </ac:spMkLst>
        </pc:spChg>
      </pc:sldChg>
      <pc:sldChg chg="modSp mod">
        <pc:chgData name="TIMOTHY MANGAN" userId="da7886f6-8ac8-42df-bf26-cc9e01828154" providerId="ADAL" clId="{D22B759A-193E-4175-AA5C-FB88495188E2}" dt="2026-04-15T17:26:38.500" v="2975" actId="20577"/>
        <pc:sldMkLst>
          <pc:docMk/>
          <pc:sldMk cId="614907990" sldId="267"/>
        </pc:sldMkLst>
        <pc:spChg chg="mod">
          <ac:chgData name="TIMOTHY MANGAN" userId="da7886f6-8ac8-42df-bf26-cc9e01828154" providerId="ADAL" clId="{D22B759A-193E-4175-AA5C-FB88495188E2}" dt="2026-04-15T17:26:38.500" v="2975" actId="20577"/>
          <ac:spMkLst>
            <pc:docMk/>
            <pc:sldMk cId="614907990" sldId="267"/>
            <ac:spMk id="2" creationId="{C45F0766-5DA1-4E64-1D5C-24A2BE677D28}"/>
          </ac:spMkLst>
        </pc:spChg>
      </pc:sldChg>
      <pc:sldChg chg="modSp mod">
        <pc:chgData name="TIMOTHY MANGAN" userId="da7886f6-8ac8-42df-bf26-cc9e01828154" providerId="ADAL" clId="{D22B759A-193E-4175-AA5C-FB88495188E2}" dt="2026-04-15T17:27:09.279" v="2980" actId="20577"/>
        <pc:sldMkLst>
          <pc:docMk/>
          <pc:sldMk cId="2614191227" sldId="268"/>
        </pc:sldMkLst>
        <pc:spChg chg="mod">
          <ac:chgData name="TIMOTHY MANGAN" userId="da7886f6-8ac8-42df-bf26-cc9e01828154" providerId="ADAL" clId="{D22B759A-193E-4175-AA5C-FB88495188E2}" dt="2026-04-15T17:27:09.279" v="2980" actId="20577"/>
          <ac:spMkLst>
            <pc:docMk/>
            <pc:sldMk cId="2614191227" sldId="268"/>
            <ac:spMk id="2" creationId="{6D29A092-4AB3-59BE-A35C-B74544C30E34}"/>
          </ac:spMkLst>
        </pc:spChg>
      </pc:sldChg>
      <pc:sldChg chg="modSp mod">
        <pc:chgData name="TIMOTHY MANGAN" userId="da7886f6-8ac8-42df-bf26-cc9e01828154" providerId="ADAL" clId="{D22B759A-193E-4175-AA5C-FB88495188E2}" dt="2026-04-15T17:27:18.229" v="2984" actId="20577"/>
        <pc:sldMkLst>
          <pc:docMk/>
          <pc:sldMk cId="1233882359" sldId="269"/>
        </pc:sldMkLst>
        <pc:spChg chg="mod">
          <ac:chgData name="TIMOTHY MANGAN" userId="da7886f6-8ac8-42df-bf26-cc9e01828154" providerId="ADAL" clId="{D22B759A-193E-4175-AA5C-FB88495188E2}" dt="2026-04-15T17:27:18.229" v="2984" actId="20577"/>
          <ac:spMkLst>
            <pc:docMk/>
            <pc:sldMk cId="1233882359" sldId="269"/>
            <ac:spMk id="2" creationId="{888ED052-6503-23CE-0863-E3B511828CD3}"/>
          </ac:spMkLst>
        </pc:spChg>
      </pc:sldChg>
      <pc:sldChg chg="addSp modSp mod">
        <pc:chgData name="TIMOTHY MANGAN" userId="da7886f6-8ac8-42df-bf26-cc9e01828154" providerId="ADAL" clId="{D22B759A-193E-4175-AA5C-FB88495188E2}" dt="2026-04-06T15:09:34.097" v="2742" actId="1076"/>
        <pc:sldMkLst>
          <pc:docMk/>
          <pc:sldMk cId="1034021594" sldId="270"/>
        </pc:sldMkLst>
        <pc:spChg chg="add mod">
          <ac:chgData name="TIMOTHY MANGAN" userId="da7886f6-8ac8-42df-bf26-cc9e01828154" providerId="ADAL" clId="{D22B759A-193E-4175-AA5C-FB88495188E2}" dt="2026-04-06T15:09:34.097" v="2742" actId="1076"/>
          <ac:spMkLst>
            <pc:docMk/>
            <pc:sldMk cId="1034021594" sldId="270"/>
            <ac:spMk id="5" creationId="{39F8B6C4-99B0-9A6C-25AF-A1106208569D}"/>
          </ac:spMkLst>
        </pc:spChg>
      </pc:sldChg>
      <pc:sldChg chg="mod modShow">
        <pc:chgData name="TIMOTHY MANGAN" userId="da7886f6-8ac8-42df-bf26-cc9e01828154" providerId="ADAL" clId="{D22B759A-193E-4175-AA5C-FB88495188E2}" dt="2026-04-15T15:09:22.608" v="2751" actId="729"/>
        <pc:sldMkLst>
          <pc:docMk/>
          <pc:sldMk cId="270741314" sldId="272"/>
        </pc:sldMkLst>
      </pc:sldChg>
      <pc:sldChg chg="addSp delSp modSp new mod ord setBg modClrScheme delDesignElem chgLayout">
        <pc:chgData name="TIMOTHY MANGAN" userId="da7886f6-8ac8-42df-bf26-cc9e01828154" providerId="ADAL" clId="{D22B759A-193E-4175-AA5C-FB88495188E2}" dt="2026-04-15T15:19:36.708" v="2890" actId="207"/>
        <pc:sldMkLst>
          <pc:docMk/>
          <pc:sldMk cId="2949260445" sldId="273"/>
        </pc:sldMkLst>
        <pc:spChg chg="mod ord">
          <ac:chgData name="TIMOTHY MANGAN" userId="da7886f6-8ac8-42df-bf26-cc9e01828154" providerId="ADAL" clId="{D22B759A-193E-4175-AA5C-FB88495188E2}" dt="2026-04-15T15:19:36.708" v="2890" actId="207"/>
          <ac:spMkLst>
            <pc:docMk/>
            <pc:sldMk cId="2949260445" sldId="273"/>
            <ac:spMk id="2" creationId="{4ACA4031-4598-4F32-3126-AF8BF766E99A}"/>
          </ac:spMkLst>
        </pc:spChg>
        <pc:spChg chg="add mod">
          <ac:chgData name="TIMOTHY MANGAN" userId="da7886f6-8ac8-42df-bf26-cc9e01828154" providerId="ADAL" clId="{D22B759A-193E-4175-AA5C-FB88495188E2}" dt="2026-04-04T14:58:00.978" v="112"/>
          <ac:spMkLst>
            <pc:docMk/>
            <pc:sldMk cId="2949260445" sldId="273"/>
            <ac:spMk id="12" creationId="{BB72DECB-FB09-E819-DBFD-3927E203CD79}"/>
          </ac:spMkLst>
        </pc:spChg>
        <pc:spChg chg="add mod ord">
          <ac:chgData name="TIMOTHY MANGAN" userId="da7886f6-8ac8-42df-bf26-cc9e01828154" providerId="ADAL" clId="{D22B759A-193E-4175-AA5C-FB88495188E2}" dt="2026-04-15T15:19:36.708" v="2890" actId="207"/>
          <ac:spMkLst>
            <pc:docMk/>
            <pc:sldMk cId="2949260445" sldId="273"/>
            <ac:spMk id="15" creationId="{B8EE6D50-BC5F-E616-6F15-A9446E84F535}"/>
          </ac:spMkLst>
        </pc:spChg>
        <pc:spChg chg="add del">
          <ac:chgData name="TIMOTHY MANGAN" userId="da7886f6-8ac8-42df-bf26-cc9e01828154" providerId="ADAL" clId="{D22B759A-193E-4175-AA5C-FB88495188E2}" dt="2026-04-15T15:18:26.385" v="2881" actId="700"/>
          <ac:spMkLst>
            <pc:docMk/>
            <pc:sldMk cId="2949260445" sldId="273"/>
            <ac:spMk id="18" creationId="{0EF2A0DA-AE81-4A45-972E-646AC2870C2F}"/>
          </ac:spMkLst>
        </pc:spChg>
        <pc:picChg chg="add mod">
          <ac:chgData name="TIMOTHY MANGAN" userId="da7886f6-8ac8-42df-bf26-cc9e01828154" providerId="ADAL" clId="{D22B759A-193E-4175-AA5C-FB88495188E2}" dt="2026-04-04T14:51:17.225" v="40" actId="26606"/>
          <ac:picMkLst>
            <pc:docMk/>
            <pc:sldMk cId="2949260445" sldId="273"/>
            <ac:picMk id="7" creationId="{B904FB5D-06A5-25B2-4BF8-BE435D2FAE10}"/>
          </ac:picMkLst>
        </pc:picChg>
        <pc:picChg chg="add mod ord">
          <ac:chgData name="TIMOTHY MANGAN" userId="da7886f6-8ac8-42df-bf26-cc9e01828154" providerId="ADAL" clId="{D22B759A-193E-4175-AA5C-FB88495188E2}" dt="2026-04-04T14:51:17.225" v="40" actId="26606"/>
          <ac:picMkLst>
            <pc:docMk/>
            <pc:sldMk cId="2949260445" sldId="273"/>
            <ac:picMk id="11" creationId="{92B3BC92-968D-B65E-9FD6-BE9C9E317F32}"/>
          </ac:picMkLst>
        </pc:picChg>
        <pc:picChg chg="add del">
          <ac:chgData name="TIMOTHY MANGAN" userId="da7886f6-8ac8-42df-bf26-cc9e01828154" providerId="ADAL" clId="{D22B759A-193E-4175-AA5C-FB88495188E2}" dt="2026-04-15T15:18:26.385" v="2881" actId="700"/>
          <ac:picMkLst>
            <pc:docMk/>
            <pc:sldMk cId="2949260445" sldId="273"/>
            <ac:picMk id="20" creationId="{B536FA4E-0152-4E27-91DA-0FC22D1846BB}"/>
          </ac:picMkLst>
        </pc:picChg>
      </pc:sldChg>
      <pc:sldChg chg="addSp delSp modSp new mod setBg modClrScheme addAnim delAnim chgLayout">
        <pc:chgData name="TIMOTHY MANGAN" userId="da7886f6-8ac8-42df-bf26-cc9e01828154" providerId="ADAL" clId="{D22B759A-193E-4175-AA5C-FB88495188E2}" dt="2026-04-04T18:21:59.312" v="257" actId="26606"/>
        <pc:sldMkLst>
          <pc:docMk/>
          <pc:sldMk cId="3892979317" sldId="274"/>
        </pc:sldMkLst>
        <pc:spChg chg="add mod ord">
          <ac:chgData name="TIMOTHY MANGAN" userId="da7886f6-8ac8-42df-bf26-cc9e01828154" providerId="ADAL" clId="{D22B759A-193E-4175-AA5C-FB88495188E2}" dt="2026-04-04T18:21:59.312" v="257" actId="26606"/>
          <ac:spMkLst>
            <pc:docMk/>
            <pc:sldMk cId="3892979317" sldId="274"/>
            <ac:spMk id="4" creationId="{E45C5B4F-4FEE-5560-0D37-441AA7A36336}"/>
          </ac:spMkLst>
        </pc:spChg>
        <pc:picChg chg="add">
          <ac:chgData name="TIMOTHY MANGAN" userId="da7886f6-8ac8-42df-bf26-cc9e01828154" providerId="ADAL" clId="{D22B759A-193E-4175-AA5C-FB88495188E2}" dt="2026-04-04T18:21:59.312" v="257" actId="26606"/>
          <ac:picMkLst>
            <pc:docMk/>
            <pc:sldMk cId="3892979317" sldId="274"/>
            <ac:picMk id="6" creationId="{444A8C54-875F-38ED-2520-59928A5CE269}"/>
          </ac:picMkLst>
        </pc:picChg>
        <pc:picChg chg="add">
          <ac:chgData name="TIMOTHY MANGAN" userId="da7886f6-8ac8-42df-bf26-cc9e01828154" providerId="ADAL" clId="{D22B759A-193E-4175-AA5C-FB88495188E2}" dt="2026-04-04T18:21:59.312" v="257" actId="26606"/>
          <ac:picMkLst>
            <pc:docMk/>
            <pc:sldMk cId="3892979317" sldId="274"/>
            <ac:picMk id="10" creationId="{08187575-5CB4-477B-AA47-020C6D2A786E}"/>
          </ac:picMkLst>
        </pc:picChg>
        <pc:picChg chg="add">
          <ac:chgData name="TIMOTHY MANGAN" userId="da7886f6-8ac8-42df-bf26-cc9e01828154" providerId="ADAL" clId="{D22B759A-193E-4175-AA5C-FB88495188E2}" dt="2026-04-04T18:21:59.312" v="257" actId="26606"/>
          <ac:picMkLst>
            <pc:docMk/>
            <pc:sldMk cId="3892979317" sldId="274"/>
            <ac:picMk id="12" creationId="{EE585F70-7C5D-424E-A182-39507AF48A0C}"/>
          </ac:picMkLst>
        </pc:picChg>
      </pc:sldChg>
      <pc:sldChg chg="addSp modSp new mod ord setBg chgLayout">
        <pc:chgData name="TIMOTHY MANGAN" userId="da7886f6-8ac8-42df-bf26-cc9e01828154" providerId="ADAL" clId="{D22B759A-193E-4175-AA5C-FB88495188E2}" dt="2026-04-15T18:01:30.886" v="3000" actId="20577"/>
        <pc:sldMkLst>
          <pc:docMk/>
          <pc:sldMk cId="2325031194" sldId="275"/>
        </pc:sldMkLst>
        <pc:spChg chg="mod ord">
          <ac:chgData name="TIMOTHY MANGAN" userId="da7886f6-8ac8-42df-bf26-cc9e01828154" providerId="ADAL" clId="{D22B759A-193E-4175-AA5C-FB88495188E2}" dt="2026-04-15T18:01:30.886" v="3000" actId="20577"/>
          <ac:spMkLst>
            <pc:docMk/>
            <pc:sldMk cId="2325031194" sldId="275"/>
            <ac:spMk id="2" creationId="{AFBBA6D1-F0EB-6D94-4329-4D457A292242}"/>
          </ac:spMkLst>
        </pc:spChg>
        <pc:spChg chg="add mod">
          <ac:chgData name="TIMOTHY MANGAN" userId="da7886f6-8ac8-42df-bf26-cc9e01828154" providerId="ADAL" clId="{D22B759A-193E-4175-AA5C-FB88495188E2}" dt="2026-04-04T18:29:08.682" v="432" actId="403"/>
          <ac:spMkLst>
            <pc:docMk/>
            <pc:sldMk cId="2325031194" sldId="275"/>
            <ac:spMk id="3" creationId="{4FE70C05-3473-3B15-ACFE-E0CAEF1ECA73}"/>
          </ac:spMkLst>
        </pc:spChg>
        <pc:spChg chg="add">
          <ac:chgData name="TIMOTHY MANGAN" userId="da7886f6-8ac8-42df-bf26-cc9e01828154" providerId="ADAL" clId="{D22B759A-193E-4175-AA5C-FB88495188E2}" dt="2026-04-04T18:28:58.329" v="430" actId="26606"/>
          <ac:spMkLst>
            <pc:docMk/>
            <pc:sldMk cId="2325031194" sldId="275"/>
            <ac:spMk id="8" creationId="{DAB482FD-C684-4DAA-AC4C-1739F51A98A0}"/>
          </ac:spMkLst>
        </pc:spChg>
        <pc:cxnChg chg="add">
          <ac:chgData name="TIMOTHY MANGAN" userId="da7886f6-8ac8-42df-bf26-cc9e01828154" providerId="ADAL" clId="{D22B759A-193E-4175-AA5C-FB88495188E2}" dt="2026-04-04T18:28:58.329" v="430" actId="26606"/>
          <ac:cxnSpMkLst>
            <pc:docMk/>
            <pc:sldMk cId="2325031194" sldId="275"/>
            <ac:cxnSpMk id="10" creationId="{2DAA738B-EDF5-4694-B25A-3488245BC87C}"/>
          </ac:cxnSpMkLst>
        </pc:cxnChg>
      </pc:sldChg>
      <pc:sldChg chg="addSp modSp new mod setBg">
        <pc:chgData name="TIMOTHY MANGAN" userId="da7886f6-8ac8-42df-bf26-cc9e01828154" providerId="ADAL" clId="{D22B759A-193E-4175-AA5C-FB88495188E2}" dt="2026-04-04T18:31:12.551" v="555" actId="403"/>
        <pc:sldMkLst>
          <pc:docMk/>
          <pc:sldMk cId="1290887221" sldId="276"/>
        </pc:sldMkLst>
        <pc:spChg chg="mod">
          <ac:chgData name="TIMOTHY MANGAN" userId="da7886f6-8ac8-42df-bf26-cc9e01828154" providerId="ADAL" clId="{D22B759A-193E-4175-AA5C-FB88495188E2}" dt="2026-04-04T18:29:41.244" v="457" actId="20577"/>
          <ac:spMkLst>
            <pc:docMk/>
            <pc:sldMk cId="1290887221" sldId="276"/>
            <ac:spMk id="2" creationId="{C8CB3ED6-F92B-518E-AE32-F2EF69281117}"/>
          </ac:spMkLst>
        </pc:spChg>
        <pc:spChg chg="add mod">
          <ac:chgData name="TIMOTHY MANGAN" userId="da7886f6-8ac8-42df-bf26-cc9e01828154" providerId="ADAL" clId="{D22B759A-193E-4175-AA5C-FB88495188E2}" dt="2026-04-04T18:31:12.551" v="555" actId="403"/>
          <ac:spMkLst>
            <pc:docMk/>
            <pc:sldMk cId="1290887221" sldId="276"/>
            <ac:spMk id="3" creationId="{2A389069-E292-21FA-3F98-F78757888447}"/>
          </ac:spMkLst>
        </pc:spChg>
        <pc:spChg chg="add">
          <ac:chgData name="TIMOTHY MANGAN" userId="da7886f6-8ac8-42df-bf26-cc9e01828154" providerId="ADAL" clId="{D22B759A-193E-4175-AA5C-FB88495188E2}" dt="2026-04-04T18:29:24.619" v="434" actId="26606"/>
          <ac:spMkLst>
            <pc:docMk/>
            <pc:sldMk cId="1290887221" sldId="276"/>
            <ac:spMk id="7" creationId="{DAB482FD-C684-4DAA-AC4C-1739F51A98A0}"/>
          </ac:spMkLst>
        </pc:spChg>
        <pc:cxnChg chg="add">
          <ac:chgData name="TIMOTHY MANGAN" userId="da7886f6-8ac8-42df-bf26-cc9e01828154" providerId="ADAL" clId="{D22B759A-193E-4175-AA5C-FB88495188E2}" dt="2026-04-04T18:29:24.619" v="434" actId="26606"/>
          <ac:cxnSpMkLst>
            <pc:docMk/>
            <pc:sldMk cId="1290887221" sldId="276"/>
            <ac:cxnSpMk id="9" creationId="{2DAA738B-EDF5-4694-B25A-3488245BC87C}"/>
          </ac:cxnSpMkLst>
        </pc:cxnChg>
      </pc:sldChg>
      <pc:sldChg chg="addSp delSp modSp new mod modClrScheme chgLayout">
        <pc:chgData name="TIMOTHY MANGAN" userId="da7886f6-8ac8-42df-bf26-cc9e01828154" providerId="ADAL" clId="{D22B759A-193E-4175-AA5C-FB88495188E2}" dt="2026-04-04T19:12:58.845" v="1036" actId="20577"/>
        <pc:sldMkLst>
          <pc:docMk/>
          <pc:sldMk cId="880058967" sldId="277"/>
        </pc:sldMkLst>
        <pc:spChg chg="add mod ord">
          <ac:chgData name="TIMOTHY MANGAN" userId="da7886f6-8ac8-42df-bf26-cc9e01828154" providerId="ADAL" clId="{D22B759A-193E-4175-AA5C-FB88495188E2}" dt="2026-04-04T18:32:13.136" v="570" actId="700"/>
          <ac:spMkLst>
            <pc:docMk/>
            <pc:sldMk cId="880058967" sldId="277"/>
            <ac:spMk id="3" creationId="{55081B51-B4D4-5E40-C8DC-B969E542280F}"/>
          </ac:spMkLst>
        </pc:spChg>
        <pc:spChg chg="add mod ord">
          <ac:chgData name="TIMOTHY MANGAN" userId="da7886f6-8ac8-42df-bf26-cc9e01828154" providerId="ADAL" clId="{D22B759A-193E-4175-AA5C-FB88495188E2}" dt="2026-04-04T18:32:16.343" v="574" actId="20577"/>
          <ac:spMkLst>
            <pc:docMk/>
            <pc:sldMk cId="880058967" sldId="277"/>
            <ac:spMk id="6" creationId="{21567AB7-4CAE-2A16-2174-C8A086CC7FCE}"/>
          </ac:spMkLst>
        </pc:spChg>
        <pc:spChg chg="add mod ord">
          <ac:chgData name="TIMOTHY MANGAN" userId="da7886f6-8ac8-42df-bf26-cc9e01828154" providerId="ADAL" clId="{D22B759A-193E-4175-AA5C-FB88495188E2}" dt="2026-04-04T19:12:58.845" v="1036" actId="20577"/>
          <ac:spMkLst>
            <pc:docMk/>
            <pc:sldMk cId="880058967" sldId="277"/>
            <ac:spMk id="7" creationId="{D9481456-7127-509D-E667-7CCF829037DC}"/>
          </ac:spMkLst>
        </pc:spChg>
        <pc:spChg chg="add mod ord">
          <ac:chgData name="TIMOTHY MANGAN" userId="da7886f6-8ac8-42df-bf26-cc9e01828154" providerId="ADAL" clId="{D22B759A-193E-4175-AA5C-FB88495188E2}" dt="2026-04-04T18:32:21.135" v="577" actId="20577"/>
          <ac:spMkLst>
            <pc:docMk/>
            <pc:sldMk cId="880058967" sldId="277"/>
            <ac:spMk id="8" creationId="{39E13BEF-9A45-5E36-8CE0-070C6EE87908}"/>
          </ac:spMkLst>
        </pc:spChg>
        <pc:spChg chg="add mod ord">
          <ac:chgData name="TIMOTHY MANGAN" userId="da7886f6-8ac8-42df-bf26-cc9e01828154" providerId="ADAL" clId="{D22B759A-193E-4175-AA5C-FB88495188E2}" dt="2026-04-04T19:12:15.044" v="1010" actId="27636"/>
          <ac:spMkLst>
            <pc:docMk/>
            <pc:sldMk cId="880058967" sldId="277"/>
            <ac:spMk id="9" creationId="{04B2530B-311C-105B-BDD3-07455C8BBDC0}"/>
          </ac:spMkLst>
        </pc:spChg>
      </pc:sldChg>
      <pc:sldChg chg="addSp delSp modSp new mod">
        <pc:chgData name="TIMOTHY MANGAN" userId="da7886f6-8ac8-42df-bf26-cc9e01828154" providerId="ADAL" clId="{D22B759A-193E-4175-AA5C-FB88495188E2}" dt="2026-04-04T19:08:57.357" v="993" actId="1076"/>
        <pc:sldMkLst>
          <pc:docMk/>
          <pc:sldMk cId="4186007688" sldId="278"/>
        </pc:sldMkLst>
        <pc:spChg chg="mod">
          <ac:chgData name="TIMOTHY MANGAN" userId="da7886f6-8ac8-42df-bf26-cc9e01828154" providerId="ADAL" clId="{D22B759A-193E-4175-AA5C-FB88495188E2}" dt="2026-04-04T19:08:05.887" v="950" actId="1035"/>
          <ac:spMkLst>
            <pc:docMk/>
            <pc:sldMk cId="4186007688" sldId="278"/>
            <ac:spMk id="2" creationId="{F836B421-4A6C-49C4-70E3-CAF5A1A1D964}"/>
          </ac:spMkLst>
        </pc:spChg>
        <pc:graphicFrameChg chg="add mod modGraphic">
          <ac:chgData name="TIMOTHY MANGAN" userId="da7886f6-8ac8-42df-bf26-cc9e01828154" providerId="ADAL" clId="{D22B759A-193E-4175-AA5C-FB88495188E2}" dt="2026-04-04T19:08:57.357" v="993" actId="1076"/>
          <ac:graphicFrameMkLst>
            <pc:docMk/>
            <pc:sldMk cId="4186007688" sldId="278"/>
            <ac:graphicFrameMk id="4" creationId="{DE89297E-FA71-40B6-880A-C796736C8E16}"/>
          </ac:graphicFrameMkLst>
        </pc:graphicFrameChg>
      </pc:sldChg>
      <pc:sldChg chg="modSp add mod">
        <pc:chgData name="TIMOTHY MANGAN" userId="da7886f6-8ac8-42df-bf26-cc9e01828154" providerId="ADAL" clId="{D22B759A-193E-4175-AA5C-FB88495188E2}" dt="2026-04-04T19:31:44.092" v="1384" actId="14734"/>
        <pc:sldMkLst>
          <pc:docMk/>
          <pc:sldMk cId="3624531114" sldId="279"/>
        </pc:sldMkLst>
        <pc:spChg chg="mod">
          <ac:chgData name="TIMOTHY MANGAN" userId="da7886f6-8ac8-42df-bf26-cc9e01828154" providerId="ADAL" clId="{D22B759A-193E-4175-AA5C-FB88495188E2}" dt="2026-04-04T19:08:22.161" v="990" actId="1035"/>
          <ac:spMkLst>
            <pc:docMk/>
            <pc:sldMk cId="3624531114" sldId="279"/>
            <ac:spMk id="2" creationId="{0FE1FB0A-10CE-2B4A-AC01-494856AAC5F5}"/>
          </ac:spMkLst>
        </pc:spChg>
        <pc:graphicFrameChg chg="mod modGraphic">
          <ac:chgData name="TIMOTHY MANGAN" userId="da7886f6-8ac8-42df-bf26-cc9e01828154" providerId="ADAL" clId="{D22B759A-193E-4175-AA5C-FB88495188E2}" dt="2026-04-04T19:31:44.092" v="1384" actId="14734"/>
          <ac:graphicFrameMkLst>
            <pc:docMk/>
            <pc:sldMk cId="3624531114" sldId="279"/>
            <ac:graphicFrameMk id="4" creationId="{C831E895-9F8E-F034-E729-27F3EC081B8F}"/>
          </ac:graphicFrameMkLst>
        </pc:graphicFrameChg>
      </pc:sldChg>
      <pc:sldChg chg="addSp delSp modSp new mod">
        <pc:chgData name="TIMOTHY MANGAN" userId="da7886f6-8ac8-42df-bf26-cc9e01828154" providerId="ADAL" clId="{D22B759A-193E-4175-AA5C-FB88495188E2}" dt="2026-04-15T18:02:57.168" v="3022" actId="20577"/>
        <pc:sldMkLst>
          <pc:docMk/>
          <pc:sldMk cId="2745341705" sldId="280"/>
        </pc:sldMkLst>
        <pc:spChg chg="mod">
          <ac:chgData name="TIMOTHY MANGAN" userId="da7886f6-8ac8-42df-bf26-cc9e01828154" providerId="ADAL" clId="{D22B759A-193E-4175-AA5C-FB88495188E2}" dt="2026-04-04T19:15:20.436" v="1087" actId="20577"/>
          <ac:spMkLst>
            <pc:docMk/>
            <pc:sldMk cId="2745341705" sldId="280"/>
            <ac:spMk id="2" creationId="{FF974ED5-B7F5-8869-8139-60C5148384AE}"/>
          </ac:spMkLst>
        </pc:spChg>
        <pc:spChg chg="add mod">
          <ac:chgData name="TIMOTHY MANGAN" userId="da7886f6-8ac8-42df-bf26-cc9e01828154" providerId="ADAL" clId="{D22B759A-193E-4175-AA5C-FB88495188E2}" dt="2026-04-15T18:02:57.168" v="3022" actId="20577"/>
          <ac:spMkLst>
            <pc:docMk/>
            <pc:sldMk cId="2745341705" sldId="280"/>
            <ac:spMk id="4" creationId="{D5928AD0-A1C5-4DAF-409D-D3596EA3DF8D}"/>
          </ac:spMkLst>
        </pc:spChg>
      </pc:sldChg>
      <pc:sldChg chg="addSp delSp modSp new mod setBg modClrScheme chgLayout">
        <pc:chgData name="TIMOTHY MANGAN" userId="da7886f6-8ac8-42df-bf26-cc9e01828154" providerId="ADAL" clId="{D22B759A-193E-4175-AA5C-FB88495188E2}" dt="2026-04-04T19:52:24.617" v="1404" actId="20577"/>
        <pc:sldMkLst>
          <pc:docMk/>
          <pc:sldMk cId="2204674771" sldId="281"/>
        </pc:sldMkLst>
        <pc:spChg chg="add mod ord">
          <ac:chgData name="TIMOTHY MANGAN" userId="da7886f6-8ac8-42df-bf26-cc9e01828154" providerId="ADAL" clId="{D22B759A-193E-4175-AA5C-FB88495188E2}" dt="2026-04-04T19:52:24.617" v="1404" actId="20577"/>
          <ac:spMkLst>
            <pc:docMk/>
            <pc:sldMk cId="2204674771" sldId="281"/>
            <ac:spMk id="3" creationId="{010051E9-F94B-41D4-F5ED-F44C09F93383}"/>
          </ac:spMkLst>
        </pc:spChg>
        <pc:spChg chg="add">
          <ac:chgData name="TIMOTHY MANGAN" userId="da7886f6-8ac8-42df-bf26-cc9e01828154" providerId="ADAL" clId="{D22B759A-193E-4175-AA5C-FB88495188E2}" dt="2026-04-04T19:52:17.382" v="1388" actId="26606"/>
          <ac:spMkLst>
            <pc:docMk/>
            <pc:sldMk cId="2204674771" sldId="281"/>
            <ac:spMk id="8" creationId="{2124007E-BA57-41B2-8C6B-5E99927F2247}"/>
          </ac:spMkLst>
        </pc:spChg>
        <pc:spChg chg="add">
          <ac:chgData name="TIMOTHY MANGAN" userId="da7886f6-8ac8-42df-bf26-cc9e01828154" providerId="ADAL" clId="{D22B759A-193E-4175-AA5C-FB88495188E2}" dt="2026-04-04T19:52:17.382" v="1388" actId="26606"/>
          <ac:spMkLst>
            <pc:docMk/>
            <pc:sldMk cId="2204674771" sldId="281"/>
            <ac:spMk id="10" creationId="{DE118816-C01D-462E-B0B0-777C21EF604F}"/>
          </ac:spMkLst>
        </pc:spChg>
        <pc:spChg chg="add">
          <ac:chgData name="TIMOTHY MANGAN" userId="da7886f6-8ac8-42df-bf26-cc9e01828154" providerId="ADAL" clId="{D22B759A-193E-4175-AA5C-FB88495188E2}" dt="2026-04-04T19:52:17.382" v="1388" actId="26606"/>
          <ac:spMkLst>
            <pc:docMk/>
            <pc:sldMk cId="2204674771" sldId="281"/>
            <ac:spMk id="12" creationId="{255D0BF7-94F4-4437-A2B2-87BAFF86D541}"/>
          </ac:spMkLst>
        </pc:spChg>
      </pc:sldChg>
      <pc:sldChg chg="addSp modSp add mod modAnim">
        <pc:chgData name="TIMOTHY MANGAN" userId="da7886f6-8ac8-42df-bf26-cc9e01828154" providerId="ADAL" clId="{D22B759A-193E-4175-AA5C-FB88495188E2}" dt="2026-04-04T20:49:26.230" v="1884"/>
        <pc:sldMkLst>
          <pc:docMk/>
          <pc:sldMk cId="4260583974" sldId="283"/>
        </pc:sldMkLst>
        <pc:spChg chg="mod">
          <ac:chgData name="TIMOTHY MANGAN" userId="da7886f6-8ac8-42df-bf26-cc9e01828154" providerId="ADAL" clId="{D22B759A-193E-4175-AA5C-FB88495188E2}" dt="2026-04-04T20:38:15.159" v="1652" actId="554"/>
          <ac:spMkLst>
            <pc:docMk/>
            <pc:sldMk cId="4260583974" sldId="283"/>
            <ac:spMk id="3" creationId="{00000000-0000-0000-0000-000000000000}"/>
          </ac:spMkLst>
        </pc:spChg>
        <pc:spChg chg="mod">
          <ac:chgData name="TIMOTHY MANGAN" userId="da7886f6-8ac8-42df-bf26-cc9e01828154" providerId="ADAL" clId="{D22B759A-193E-4175-AA5C-FB88495188E2}" dt="2026-04-04T20:38:23.238" v="1653" actId="408"/>
          <ac:spMkLst>
            <pc:docMk/>
            <pc:sldMk cId="4260583974" sldId="283"/>
            <ac:spMk id="5" creationId="{00000000-0000-0000-0000-000000000000}"/>
          </ac:spMkLst>
        </pc:spChg>
        <pc:spChg chg="mod">
          <ac:chgData name="TIMOTHY MANGAN" userId="da7886f6-8ac8-42df-bf26-cc9e01828154" providerId="ADAL" clId="{D22B759A-193E-4175-AA5C-FB88495188E2}" dt="2026-04-04T20:38:23.238" v="1653" actId="408"/>
          <ac:spMkLst>
            <pc:docMk/>
            <pc:sldMk cId="4260583974" sldId="283"/>
            <ac:spMk id="7" creationId="{00000000-0000-0000-0000-000000000000}"/>
          </ac:spMkLst>
        </pc:spChg>
        <pc:spChg chg="mod">
          <ac:chgData name="TIMOTHY MANGAN" userId="da7886f6-8ac8-42df-bf26-cc9e01828154" providerId="ADAL" clId="{D22B759A-193E-4175-AA5C-FB88495188E2}" dt="2026-04-04T20:38:23.238" v="1653" actId="408"/>
          <ac:spMkLst>
            <pc:docMk/>
            <pc:sldMk cId="4260583974" sldId="283"/>
            <ac:spMk id="9" creationId="{00000000-0000-0000-0000-000000000000}"/>
          </ac:spMkLst>
        </pc:spChg>
        <pc:spChg chg="mod">
          <ac:chgData name="TIMOTHY MANGAN" userId="da7886f6-8ac8-42df-bf26-cc9e01828154" providerId="ADAL" clId="{D22B759A-193E-4175-AA5C-FB88495188E2}" dt="2026-04-04T20:38:15.159" v="1652" actId="554"/>
          <ac:spMkLst>
            <pc:docMk/>
            <pc:sldMk cId="4260583974" sldId="283"/>
            <ac:spMk id="11" creationId="{00000000-0000-0000-0000-000000000000}"/>
          </ac:spMkLst>
        </pc:spChg>
        <pc:spChg chg="add mod ord">
          <ac:chgData name="TIMOTHY MANGAN" userId="da7886f6-8ac8-42df-bf26-cc9e01828154" providerId="ADAL" clId="{D22B759A-193E-4175-AA5C-FB88495188E2}" dt="2026-04-04T20:36:51.147" v="1648" actId="14100"/>
          <ac:spMkLst>
            <pc:docMk/>
            <pc:sldMk cId="4260583974" sldId="283"/>
            <ac:spMk id="18" creationId="{3CF96FBF-9666-A36B-8F66-30DF01AAE3FC}"/>
          </ac:spMkLst>
        </pc:spChg>
        <pc:spChg chg="add mod">
          <ac:chgData name="TIMOTHY MANGAN" userId="da7886f6-8ac8-42df-bf26-cc9e01828154" providerId="ADAL" clId="{D22B759A-193E-4175-AA5C-FB88495188E2}" dt="2026-04-04T20:39:02.716" v="1666" actId="1037"/>
          <ac:spMkLst>
            <pc:docMk/>
            <pc:sldMk cId="4260583974" sldId="283"/>
            <ac:spMk id="19" creationId="{C53214AD-6841-76F9-559A-583F3FF6A095}"/>
          </ac:spMkLst>
        </pc:spChg>
        <pc:spChg chg="add mod">
          <ac:chgData name="TIMOTHY MANGAN" userId="da7886f6-8ac8-42df-bf26-cc9e01828154" providerId="ADAL" clId="{D22B759A-193E-4175-AA5C-FB88495188E2}" dt="2026-04-04T20:40:12.932" v="1686" actId="1076"/>
          <ac:spMkLst>
            <pc:docMk/>
            <pc:sldMk cId="4260583974" sldId="283"/>
            <ac:spMk id="22" creationId="{DB83F882-6F93-3B5C-8773-AD589F1D178A}"/>
          </ac:spMkLst>
        </pc:spChg>
        <pc:spChg chg="add mod">
          <ac:chgData name="TIMOTHY MANGAN" userId="da7886f6-8ac8-42df-bf26-cc9e01828154" providerId="ADAL" clId="{D22B759A-193E-4175-AA5C-FB88495188E2}" dt="2026-04-04T20:40:39.708" v="1696" actId="1076"/>
          <ac:spMkLst>
            <pc:docMk/>
            <pc:sldMk cId="4260583974" sldId="283"/>
            <ac:spMk id="23" creationId="{9A1EC682-EFC2-2F81-6E69-1F742F6A7993}"/>
          </ac:spMkLst>
        </pc:spChg>
        <pc:spChg chg="add mod">
          <ac:chgData name="TIMOTHY MANGAN" userId="da7886f6-8ac8-42df-bf26-cc9e01828154" providerId="ADAL" clId="{D22B759A-193E-4175-AA5C-FB88495188E2}" dt="2026-04-04T20:41:28.037" v="1707" actId="1076"/>
          <ac:spMkLst>
            <pc:docMk/>
            <pc:sldMk cId="4260583974" sldId="283"/>
            <ac:spMk id="24" creationId="{4FE93C6E-DC0D-D85D-BC13-A9BA7309CC26}"/>
          </ac:spMkLst>
        </pc:spChg>
        <pc:spChg chg="add mod">
          <ac:chgData name="TIMOTHY MANGAN" userId="da7886f6-8ac8-42df-bf26-cc9e01828154" providerId="ADAL" clId="{D22B759A-193E-4175-AA5C-FB88495188E2}" dt="2026-04-04T20:42:01.549" v="1716" actId="1076"/>
          <ac:spMkLst>
            <pc:docMk/>
            <pc:sldMk cId="4260583974" sldId="283"/>
            <ac:spMk id="25" creationId="{881D5138-CF31-0885-2E03-E667889F0245}"/>
          </ac:spMkLst>
        </pc:spChg>
        <pc:spChg chg="add mod">
          <ac:chgData name="TIMOTHY MANGAN" userId="da7886f6-8ac8-42df-bf26-cc9e01828154" providerId="ADAL" clId="{D22B759A-193E-4175-AA5C-FB88495188E2}" dt="2026-04-04T20:42:45.057" v="1729" actId="1076"/>
          <ac:spMkLst>
            <pc:docMk/>
            <pc:sldMk cId="4260583974" sldId="283"/>
            <ac:spMk id="26" creationId="{944CA864-1371-1900-2F19-546CF7401FD7}"/>
          </ac:spMkLst>
        </pc:spChg>
        <pc:spChg chg="add mod">
          <ac:chgData name="TIMOTHY MANGAN" userId="da7886f6-8ac8-42df-bf26-cc9e01828154" providerId="ADAL" clId="{D22B759A-193E-4175-AA5C-FB88495188E2}" dt="2026-04-04T20:48:43.273" v="1880" actId="554"/>
          <ac:spMkLst>
            <pc:docMk/>
            <pc:sldMk cId="4260583974" sldId="283"/>
            <ac:spMk id="27" creationId="{277EE19E-39EC-F5A2-28C4-0C7B8E42CF81}"/>
          </ac:spMkLst>
        </pc:spChg>
        <pc:spChg chg="add mod">
          <ac:chgData name="TIMOTHY MANGAN" userId="da7886f6-8ac8-42df-bf26-cc9e01828154" providerId="ADAL" clId="{D22B759A-193E-4175-AA5C-FB88495188E2}" dt="2026-04-04T20:48:43.273" v="1880" actId="554"/>
          <ac:spMkLst>
            <pc:docMk/>
            <pc:sldMk cId="4260583974" sldId="283"/>
            <ac:spMk id="28" creationId="{AA2FD748-6C6A-5A0E-4F12-38E65688217F}"/>
          </ac:spMkLst>
        </pc:spChg>
        <pc:spChg chg="add mod">
          <ac:chgData name="TIMOTHY MANGAN" userId="da7886f6-8ac8-42df-bf26-cc9e01828154" providerId="ADAL" clId="{D22B759A-193E-4175-AA5C-FB88495188E2}" dt="2026-04-04T20:48:43.273" v="1880" actId="554"/>
          <ac:spMkLst>
            <pc:docMk/>
            <pc:sldMk cId="4260583974" sldId="283"/>
            <ac:spMk id="29" creationId="{39DC8C1F-305B-DDEA-2E75-6ED5758D59C4}"/>
          </ac:spMkLst>
        </pc:spChg>
        <pc:spChg chg="add mod">
          <ac:chgData name="TIMOTHY MANGAN" userId="da7886f6-8ac8-42df-bf26-cc9e01828154" providerId="ADAL" clId="{D22B759A-193E-4175-AA5C-FB88495188E2}" dt="2026-04-04T20:48:43.273" v="1880" actId="554"/>
          <ac:spMkLst>
            <pc:docMk/>
            <pc:sldMk cId="4260583974" sldId="283"/>
            <ac:spMk id="30" creationId="{4C97F79B-2C96-D0DB-8A83-2EF7F4459871}"/>
          </ac:spMkLst>
        </pc:spChg>
        <pc:picChg chg="add mod">
          <ac:chgData name="TIMOTHY MANGAN" userId="da7886f6-8ac8-42df-bf26-cc9e01828154" providerId="ADAL" clId="{D22B759A-193E-4175-AA5C-FB88495188E2}" dt="2026-04-04T20:38:36.647" v="1656" actId="1038"/>
          <ac:picMkLst>
            <pc:docMk/>
            <pc:sldMk cId="4260583974" sldId="283"/>
            <ac:picMk id="12" creationId="{6E16B414-D73D-D26B-C3D3-2554D6FECD36}"/>
          </ac:picMkLst>
        </pc:picChg>
        <pc:picChg chg="add mod ord">
          <ac:chgData name="TIMOTHY MANGAN" userId="da7886f6-8ac8-42df-bf26-cc9e01828154" providerId="ADAL" clId="{D22B759A-193E-4175-AA5C-FB88495188E2}" dt="2026-04-04T20:06:32.616" v="1575" actId="1076"/>
          <ac:picMkLst>
            <pc:docMk/>
            <pc:sldMk cId="4260583974" sldId="283"/>
            <ac:picMk id="13" creationId="{DDDC452F-37E8-49B4-9E45-AE7649ECAD4B}"/>
          </ac:picMkLst>
        </pc:picChg>
        <pc:picChg chg="add mod ord">
          <ac:chgData name="TIMOTHY MANGAN" userId="da7886f6-8ac8-42df-bf26-cc9e01828154" providerId="ADAL" clId="{D22B759A-193E-4175-AA5C-FB88495188E2}" dt="2026-04-04T20:38:59.862" v="1665" actId="1038"/>
          <ac:picMkLst>
            <pc:docMk/>
            <pc:sldMk cId="4260583974" sldId="283"/>
            <ac:picMk id="15" creationId="{AE15EA7E-B101-A1C7-E410-AC29843146BC}"/>
          </ac:picMkLst>
        </pc:picChg>
        <pc:picChg chg="add mod">
          <ac:chgData name="TIMOTHY MANGAN" userId="da7886f6-8ac8-42df-bf26-cc9e01828154" providerId="ADAL" clId="{D22B759A-193E-4175-AA5C-FB88495188E2}" dt="2026-04-04T20:38:52.741" v="1663" actId="1037"/>
          <ac:picMkLst>
            <pc:docMk/>
            <pc:sldMk cId="4260583974" sldId="283"/>
            <ac:picMk id="17" creationId="{EBE49583-5B1F-F159-86D1-0DE00504C093}"/>
          </ac:picMkLst>
        </pc:picChg>
        <pc:picChg chg="add mod">
          <ac:chgData name="TIMOTHY MANGAN" userId="da7886f6-8ac8-42df-bf26-cc9e01828154" providerId="ADAL" clId="{D22B759A-193E-4175-AA5C-FB88495188E2}" dt="2026-04-04T20:38:46.825" v="1661" actId="1037"/>
          <ac:picMkLst>
            <pc:docMk/>
            <pc:sldMk cId="4260583974" sldId="283"/>
            <ac:picMk id="21" creationId="{E1BAB631-2307-19DA-4771-374FE64C029F}"/>
          </ac:picMkLst>
        </pc:picChg>
      </pc:sldChg>
      <pc:sldChg chg="addSp modSp new mod modAnim">
        <pc:chgData name="TIMOTHY MANGAN" userId="da7886f6-8ac8-42df-bf26-cc9e01828154" providerId="ADAL" clId="{D22B759A-193E-4175-AA5C-FB88495188E2}" dt="2026-04-04T21:01:50.469" v="2278"/>
        <pc:sldMkLst>
          <pc:docMk/>
          <pc:sldMk cId="3142514538" sldId="284"/>
        </pc:sldMkLst>
        <pc:spChg chg="mod">
          <ac:chgData name="TIMOTHY MANGAN" userId="da7886f6-8ac8-42df-bf26-cc9e01828154" providerId="ADAL" clId="{D22B759A-193E-4175-AA5C-FB88495188E2}" dt="2026-04-04T20:50:56.458" v="1901" actId="20577"/>
          <ac:spMkLst>
            <pc:docMk/>
            <pc:sldMk cId="3142514538" sldId="284"/>
            <ac:spMk id="2" creationId="{BE723532-F4FE-B909-93A3-D277A78E9F33}"/>
          </ac:spMkLst>
        </pc:spChg>
        <pc:spChg chg="add mod">
          <ac:chgData name="TIMOTHY MANGAN" userId="da7886f6-8ac8-42df-bf26-cc9e01828154" providerId="ADAL" clId="{D22B759A-193E-4175-AA5C-FB88495188E2}" dt="2026-04-04T20:58:30.666" v="2232" actId="20577"/>
          <ac:spMkLst>
            <pc:docMk/>
            <pc:sldMk cId="3142514538" sldId="284"/>
            <ac:spMk id="3" creationId="{72824D3D-A7BC-8DF8-753E-35F9654C149E}"/>
          </ac:spMkLst>
        </pc:spChg>
        <pc:spChg chg="add mod">
          <ac:chgData name="TIMOTHY MANGAN" userId="da7886f6-8ac8-42df-bf26-cc9e01828154" providerId="ADAL" clId="{D22B759A-193E-4175-AA5C-FB88495188E2}" dt="2026-04-04T20:58:52.409" v="2234" actId="14100"/>
          <ac:spMkLst>
            <pc:docMk/>
            <pc:sldMk cId="3142514538" sldId="284"/>
            <ac:spMk id="5" creationId="{13FD00E1-FE62-3C38-9D5F-B18F2DAE4574}"/>
          </ac:spMkLst>
        </pc:spChg>
        <pc:spChg chg="add mod">
          <ac:chgData name="TIMOTHY MANGAN" userId="da7886f6-8ac8-42df-bf26-cc9e01828154" providerId="ADAL" clId="{D22B759A-193E-4175-AA5C-FB88495188E2}" dt="2026-04-04T21:00:34.291" v="2273" actId="1076"/>
          <ac:spMkLst>
            <pc:docMk/>
            <pc:sldMk cId="3142514538" sldId="284"/>
            <ac:spMk id="6" creationId="{E6BB0834-4F14-352D-1000-EDA4EC30E350}"/>
          </ac:spMkLst>
        </pc:spChg>
        <pc:picChg chg="add mod modCrop">
          <ac:chgData name="TIMOTHY MANGAN" userId="da7886f6-8ac8-42df-bf26-cc9e01828154" providerId="ADAL" clId="{D22B759A-193E-4175-AA5C-FB88495188E2}" dt="2026-04-04T20:57:38.502" v="2226" actId="1038"/>
          <ac:picMkLst>
            <pc:docMk/>
            <pc:sldMk cId="3142514538" sldId="284"/>
            <ac:picMk id="4" creationId="{D6823ACD-43AE-DDC3-6999-AD517BF67534}"/>
          </ac:picMkLst>
        </pc:picChg>
      </pc:sldChg>
      <pc:sldChg chg="addSp modSp new mod">
        <pc:chgData name="TIMOTHY MANGAN" userId="da7886f6-8ac8-42df-bf26-cc9e01828154" providerId="ADAL" clId="{D22B759A-193E-4175-AA5C-FB88495188E2}" dt="2026-04-04T21:45:46.672" v="2481" actId="207"/>
        <pc:sldMkLst>
          <pc:docMk/>
          <pc:sldMk cId="1715854295" sldId="285"/>
        </pc:sldMkLst>
        <pc:spChg chg="mod">
          <ac:chgData name="TIMOTHY MANGAN" userId="da7886f6-8ac8-42df-bf26-cc9e01828154" providerId="ADAL" clId="{D22B759A-193E-4175-AA5C-FB88495188E2}" dt="2026-04-04T21:24:16.721" v="2293" actId="20577"/>
          <ac:spMkLst>
            <pc:docMk/>
            <pc:sldMk cId="1715854295" sldId="285"/>
            <ac:spMk id="2" creationId="{4990EC38-7F79-E747-73DB-20436F3626C5}"/>
          </ac:spMkLst>
        </pc:spChg>
        <pc:spChg chg="add mod">
          <ac:chgData name="TIMOTHY MANGAN" userId="da7886f6-8ac8-42df-bf26-cc9e01828154" providerId="ADAL" clId="{D22B759A-193E-4175-AA5C-FB88495188E2}" dt="2026-04-04T21:45:46.672" v="2481" actId="207"/>
          <ac:spMkLst>
            <pc:docMk/>
            <pc:sldMk cId="1715854295" sldId="285"/>
            <ac:spMk id="3" creationId="{6F60B922-00D5-5D9E-2E91-4ED257073ABA}"/>
          </ac:spMkLst>
        </pc:spChg>
      </pc:sldChg>
      <pc:sldChg chg="modSp add mod">
        <pc:chgData name="TIMOTHY MANGAN" userId="da7886f6-8ac8-42df-bf26-cc9e01828154" providerId="ADAL" clId="{D22B759A-193E-4175-AA5C-FB88495188E2}" dt="2026-04-04T21:45:36.182" v="2480" actId="207"/>
        <pc:sldMkLst>
          <pc:docMk/>
          <pc:sldMk cId="3604088998" sldId="286"/>
        </pc:sldMkLst>
        <pc:spChg chg="mod">
          <ac:chgData name="TIMOTHY MANGAN" userId="da7886f6-8ac8-42df-bf26-cc9e01828154" providerId="ADAL" clId="{D22B759A-193E-4175-AA5C-FB88495188E2}" dt="2026-04-04T21:45:36.182" v="2480" actId="207"/>
          <ac:spMkLst>
            <pc:docMk/>
            <pc:sldMk cId="3604088998" sldId="286"/>
            <ac:spMk id="3" creationId="{B446A553-42FF-CFE5-B45A-B3666B084E21}"/>
          </ac:spMkLst>
        </pc:spChg>
      </pc:sldChg>
      <pc:sldChg chg="addSp delSp modSp new mod">
        <pc:chgData name="TIMOTHY MANGAN" userId="da7886f6-8ac8-42df-bf26-cc9e01828154" providerId="ADAL" clId="{D22B759A-193E-4175-AA5C-FB88495188E2}" dt="2026-04-06T14:00:38.799" v="2501"/>
        <pc:sldMkLst>
          <pc:docMk/>
          <pc:sldMk cId="3723237018" sldId="287"/>
        </pc:sldMkLst>
        <pc:spChg chg="mod">
          <ac:chgData name="TIMOTHY MANGAN" userId="da7886f6-8ac8-42df-bf26-cc9e01828154" providerId="ADAL" clId="{D22B759A-193E-4175-AA5C-FB88495188E2}" dt="2026-04-04T21:43:13.736" v="2477" actId="20577"/>
          <ac:spMkLst>
            <pc:docMk/>
            <pc:sldMk cId="3723237018" sldId="287"/>
            <ac:spMk id="2" creationId="{BC4AE02C-6F92-A6CD-518C-E708EB47F424}"/>
          </ac:spMkLst>
        </pc:spChg>
        <pc:picChg chg="add mod">
          <ac:chgData name="TIMOTHY MANGAN" userId="da7886f6-8ac8-42df-bf26-cc9e01828154" providerId="ADAL" clId="{D22B759A-193E-4175-AA5C-FB88495188E2}" dt="2026-04-06T14:00:38.799" v="2501"/>
          <ac:picMkLst>
            <pc:docMk/>
            <pc:sldMk cId="3723237018" sldId="287"/>
            <ac:picMk id="7" creationId="{7FAFC24C-93DD-CA5D-3F56-2BAE4B482196}"/>
          </ac:picMkLst>
        </pc:picChg>
      </pc:sldChg>
      <pc:sldChg chg="addSp modSp new mod">
        <pc:chgData name="TIMOTHY MANGAN" userId="da7886f6-8ac8-42df-bf26-cc9e01828154" providerId="ADAL" clId="{D22B759A-193E-4175-AA5C-FB88495188E2}" dt="2026-04-06T13:21:45.381" v="2486" actId="931"/>
        <pc:sldMkLst>
          <pc:docMk/>
          <pc:sldMk cId="1627718240" sldId="288"/>
        </pc:sldMkLst>
        <pc:picChg chg="add mod">
          <ac:chgData name="TIMOTHY MANGAN" userId="da7886f6-8ac8-42df-bf26-cc9e01828154" providerId="ADAL" clId="{D22B759A-193E-4175-AA5C-FB88495188E2}" dt="2026-04-06T13:21:45.381" v="2486" actId="931"/>
          <ac:picMkLst>
            <pc:docMk/>
            <pc:sldMk cId="1627718240" sldId="288"/>
            <ac:picMk id="4" creationId="{1AF83D8C-22EC-566D-57BC-2538CBAABF41}"/>
          </ac:picMkLst>
        </pc:picChg>
      </pc:sldChg>
      <pc:sldChg chg="add">
        <pc:chgData name="TIMOTHY MANGAN" userId="da7886f6-8ac8-42df-bf26-cc9e01828154" providerId="ADAL" clId="{D22B759A-193E-4175-AA5C-FB88495188E2}" dt="2026-04-06T13:25:12.425" v="2487" actId="2890"/>
        <pc:sldMkLst>
          <pc:docMk/>
          <pc:sldMk cId="3853748379" sldId="289"/>
        </pc:sldMkLst>
      </pc:sldChg>
      <pc:sldChg chg="addSp delSp modSp add del mod ord setBg">
        <pc:chgData name="TIMOTHY MANGAN" userId="da7886f6-8ac8-42df-bf26-cc9e01828154" providerId="ADAL" clId="{D22B759A-193E-4175-AA5C-FB88495188E2}" dt="2026-04-06T14:21:00.440" v="2710" actId="20577"/>
        <pc:sldMkLst>
          <pc:docMk/>
          <pc:sldMk cId="2478758705" sldId="290"/>
        </pc:sldMkLst>
        <pc:spChg chg="mod">
          <ac:chgData name="TIMOTHY MANGAN" userId="da7886f6-8ac8-42df-bf26-cc9e01828154" providerId="ADAL" clId="{D22B759A-193E-4175-AA5C-FB88495188E2}" dt="2026-04-06T14:20:04.113" v="2676" actId="26606"/>
          <ac:spMkLst>
            <pc:docMk/>
            <pc:sldMk cId="2478758705" sldId="290"/>
            <ac:spMk id="2" creationId="{908A810F-FC05-5E88-A157-3E2EE8F54087}"/>
          </ac:spMkLst>
        </pc:spChg>
        <pc:graphicFrameChg chg="add mod modGraphic">
          <ac:chgData name="TIMOTHY MANGAN" userId="da7886f6-8ac8-42df-bf26-cc9e01828154" providerId="ADAL" clId="{D22B759A-193E-4175-AA5C-FB88495188E2}" dt="2026-04-06T14:21:00.440" v="2710" actId="20577"/>
          <ac:graphicFrameMkLst>
            <pc:docMk/>
            <pc:sldMk cId="2478758705" sldId="290"/>
            <ac:graphicFrameMk id="9" creationId="{0A3E4BDC-29B4-BCEE-FEA2-DB458DF8B7A8}"/>
          </ac:graphicFrameMkLst>
        </pc:graphicFrameChg>
        <pc:picChg chg="add">
          <ac:chgData name="TIMOTHY MANGAN" userId="da7886f6-8ac8-42df-bf26-cc9e01828154" providerId="ADAL" clId="{D22B759A-193E-4175-AA5C-FB88495188E2}" dt="2026-04-06T14:20:04.113" v="2676" actId="26606"/>
          <ac:picMkLst>
            <pc:docMk/>
            <pc:sldMk cId="2478758705" sldId="290"/>
            <ac:picMk id="14" creationId="{A8D526D7-C782-4F65-A21F-A6B40D869B47}"/>
          </ac:picMkLst>
        </pc:picChg>
      </pc:sldChg>
      <pc:sldChg chg="addSp delSp modSp add mod ord">
        <pc:chgData name="TIMOTHY MANGAN" userId="da7886f6-8ac8-42df-bf26-cc9e01828154" providerId="ADAL" clId="{D22B759A-193E-4175-AA5C-FB88495188E2}" dt="2026-04-06T14:03:05.403" v="2507" actId="1076"/>
        <pc:sldMkLst>
          <pc:docMk/>
          <pc:sldMk cId="1509393753" sldId="291"/>
        </pc:sldMkLst>
        <pc:picChg chg="add mod">
          <ac:chgData name="TIMOTHY MANGAN" userId="da7886f6-8ac8-42df-bf26-cc9e01828154" providerId="ADAL" clId="{D22B759A-193E-4175-AA5C-FB88495188E2}" dt="2026-04-06T14:03:05.403" v="2507" actId="1076"/>
          <ac:picMkLst>
            <pc:docMk/>
            <pc:sldMk cId="1509393753" sldId="291"/>
            <ac:picMk id="4" creationId="{B1254003-C758-79F8-9D5D-ED67B68C1838}"/>
          </ac:picMkLst>
        </pc:picChg>
      </pc:sldChg>
      <pc:sldChg chg="addSp delSp modSp add del mod">
        <pc:chgData name="TIMOTHY MANGAN" userId="da7886f6-8ac8-42df-bf26-cc9e01828154" providerId="ADAL" clId="{D22B759A-193E-4175-AA5C-FB88495188E2}" dt="2026-04-15T18:28:50.298" v="3025" actId="1036"/>
        <pc:sldMkLst>
          <pc:docMk/>
          <pc:sldMk cId="281421187" sldId="292"/>
        </pc:sldMkLst>
        <pc:picChg chg="add mod">
          <ac:chgData name="TIMOTHY MANGAN" userId="da7886f6-8ac8-42df-bf26-cc9e01828154" providerId="ADAL" clId="{D22B759A-193E-4175-AA5C-FB88495188E2}" dt="2026-04-15T18:28:50.298" v="3025" actId="1036"/>
          <ac:picMkLst>
            <pc:docMk/>
            <pc:sldMk cId="281421187" sldId="292"/>
            <ac:picMk id="4" creationId="{AE0E5EA8-882D-A3A3-85C8-F4398ACCFFB7}"/>
          </ac:picMkLst>
        </pc:picChg>
      </pc:sldChg>
      <pc:sldChg chg="add">
        <pc:chgData name="TIMOTHY MANGAN" userId="da7886f6-8ac8-42df-bf26-cc9e01828154" providerId="ADAL" clId="{D22B759A-193E-4175-AA5C-FB88495188E2}" dt="2026-04-06T14:15:22.150" v="2514" actId="2890"/>
        <pc:sldMkLst>
          <pc:docMk/>
          <pc:sldMk cId="2042533151" sldId="293"/>
        </pc:sldMkLst>
      </pc:sldChg>
      <pc:sldChg chg="new del">
        <pc:chgData name="TIMOTHY MANGAN" userId="da7886f6-8ac8-42df-bf26-cc9e01828154" providerId="ADAL" clId="{D22B759A-193E-4175-AA5C-FB88495188E2}" dt="2026-04-15T15:07:57.333" v="2744" actId="680"/>
        <pc:sldMkLst>
          <pc:docMk/>
          <pc:sldMk cId="3502622867" sldId="294"/>
        </pc:sldMkLst>
      </pc:sldChg>
      <pc:sldChg chg="addSp modSp add mod">
        <pc:chgData name="TIMOTHY MANGAN" userId="da7886f6-8ac8-42df-bf26-cc9e01828154" providerId="ADAL" clId="{D22B759A-193E-4175-AA5C-FB88495188E2}" dt="2026-04-15T15:11:39.826" v="2763" actId="1076"/>
        <pc:sldMkLst>
          <pc:docMk/>
          <pc:sldMk cId="3893596114" sldId="363"/>
        </pc:sldMkLst>
        <pc:spChg chg="mod">
          <ac:chgData name="TIMOTHY MANGAN" userId="da7886f6-8ac8-42df-bf26-cc9e01828154" providerId="ADAL" clId="{D22B759A-193E-4175-AA5C-FB88495188E2}" dt="2026-04-15T15:11:39.826" v="2763" actId="1076"/>
          <ac:spMkLst>
            <pc:docMk/>
            <pc:sldMk cId="3893596114" sldId="363"/>
            <ac:spMk id="2" creationId="{22D3A260-4652-AB7E-114E-6C6043E8631F}"/>
          </ac:spMkLst>
        </pc:spChg>
        <pc:spChg chg="mod">
          <ac:chgData name="TIMOTHY MANGAN" userId="da7886f6-8ac8-42df-bf26-cc9e01828154" providerId="ADAL" clId="{D22B759A-193E-4175-AA5C-FB88495188E2}" dt="2026-04-15T15:10:27.605" v="2758" actId="20577"/>
          <ac:spMkLst>
            <pc:docMk/>
            <pc:sldMk cId="3893596114" sldId="363"/>
            <ac:spMk id="3" creationId="{CF8DD8B1-C48D-8986-CC84-FBDA2D384BCA}"/>
          </ac:spMkLst>
        </pc:spChg>
        <pc:spChg chg="add mod">
          <ac:chgData name="TIMOTHY MANGAN" userId="da7886f6-8ac8-42df-bf26-cc9e01828154" providerId="ADAL" clId="{D22B759A-193E-4175-AA5C-FB88495188E2}" dt="2026-04-15T15:11:16.588" v="2762" actId="1076"/>
          <ac:spMkLst>
            <pc:docMk/>
            <pc:sldMk cId="3893596114" sldId="363"/>
            <ac:spMk id="4" creationId="{BDB7668B-1D90-0CFD-CA52-6516E3748839}"/>
          </ac:spMkLst>
        </pc:spChg>
      </pc:sldChg>
      <pc:sldChg chg="add del">
        <pc:chgData name="TIMOTHY MANGAN" userId="da7886f6-8ac8-42df-bf26-cc9e01828154" providerId="ADAL" clId="{D22B759A-193E-4175-AA5C-FB88495188E2}" dt="2026-04-15T15:08:38.340" v="2749" actId="47"/>
        <pc:sldMkLst>
          <pc:docMk/>
          <pc:sldMk cId="1052254786" sldId="364"/>
        </pc:sldMkLst>
      </pc:sldChg>
      <pc:sldChg chg="new del">
        <pc:chgData name="TIMOTHY MANGAN" userId="da7886f6-8ac8-42df-bf26-cc9e01828154" providerId="ADAL" clId="{D22B759A-193E-4175-AA5C-FB88495188E2}" dt="2026-04-15T15:08:27.687" v="2747" actId="680"/>
        <pc:sldMkLst>
          <pc:docMk/>
          <pc:sldMk cId="1456167376" sldId="364"/>
        </pc:sldMkLst>
      </pc:sldChg>
      <pc:sldChg chg="addSp delSp modSp add mod modClrScheme chgLayout">
        <pc:chgData name="TIMOTHY MANGAN" userId="da7886f6-8ac8-42df-bf26-cc9e01828154" providerId="ADAL" clId="{D22B759A-193E-4175-AA5C-FB88495188E2}" dt="2026-04-15T15:17:00.563" v="2878" actId="700"/>
        <pc:sldMkLst>
          <pc:docMk/>
          <pc:sldMk cId="1451504836" sldId="387"/>
        </pc:sldMkLst>
        <pc:spChg chg="add mod">
          <ac:chgData name="TIMOTHY MANGAN" userId="da7886f6-8ac8-42df-bf26-cc9e01828154" providerId="ADAL" clId="{D22B759A-193E-4175-AA5C-FB88495188E2}" dt="2026-04-15T15:16:05.695" v="2876" actId="3626"/>
          <ac:spMkLst>
            <pc:docMk/>
            <pc:sldMk cId="1451504836" sldId="387"/>
            <ac:spMk id="2" creationId="{A9DF8DA5-E0C0-3CE0-4CF3-2F4D40BCA572}"/>
          </ac:spMkLst>
        </pc:spChg>
        <pc:spChg chg="add del mod ord">
          <ac:chgData name="TIMOTHY MANGAN" userId="da7886f6-8ac8-42df-bf26-cc9e01828154" providerId="ADAL" clId="{D22B759A-193E-4175-AA5C-FB88495188E2}" dt="2026-04-15T15:17:00.563" v="2878" actId="700"/>
          <ac:spMkLst>
            <pc:docMk/>
            <pc:sldMk cId="1451504836" sldId="387"/>
            <ac:spMk id="3" creationId="{4193224A-2105-B3CA-027D-6956DB024FA2}"/>
          </ac:spMkLst>
        </pc:spChg>
        <pc:spChg chg="add del mod ord">
          <ac:chgData name="TIMOTHY MANGAN" userId="da7886f6-8ac8-42df-bf26-cc9e01828154" providerId="ADAL" clId="{D22B759A-193E-4175-AA5C-FB88495188E2}" dt="2026-04-15T15:17:00.563" v="2878" actId="700"/>
          <ac:spMkLst>
            <pc:docMk/>
            <pc:sldMk cId="1451504836" sldId="387"/>
            <ac:spMk id="4" creationId="{5A4DF8FD-F042-F42F-3010-342B06B8A134}"/>
          </ac:spMkLst>
        </pc:spChg>
      </pc:sldChg>
      <pc:sldChg chg="add">
        <pc:chgData name="TIMOTHY MANGAN" userId="da7886f6-8ac8-42df-bf26-cc9e01828154" providerId="ADAL" clId="{D22B759A-193E-4175-AA5C-FB88495188E2}" dt="2026-04-15T15:09:00.394" v="2750"/>
        <pc:sldMkLst>
          <pc:docMk/>
          <pc:sldMk cId="4210144515" sldId="388"/>
        </pc:sldMkLst>
      </pc:sldChg>
      <pc:sldChg chg="modSp new mod">
        <pc:chgData name="TIMOTHY MANGAN" userId="da7886f6-8ac8-42df-bf26-cc9e01828154" providerId="ADAL" clId="{D22B759A-193E-4175-AA5C-FB88495188E2}" dt="2026-04-15T17:25:52.026" v="2965" actId="403"/>
        <pc:sldMkLst>
          <pc:docMk/>
          <pc:sldMk cId="1508442668" sldId="389"/>
        </pc:sldMkLst>
        <pc:spChg chg="mod">
          <ac:chgData name="TIMOTHY MANGAN" userId="da7886f6-8ac8-42df-bf26-cc9e01828154" providerId="ADAL" clId="{D22B759A-193E-4175-AA5C-FB88495188E2}" dt="2026-04-15T17:25:25.545" v="2929" actId="20577"/>
          <ac:spMkLst>
            <pc:docMk/>
            <pc:sldMk cId="1508442668" sldId="389"/>
            <ac:spMk id="2" creationId="{830F7956-914C-E43C-7EA5-87532CD03D4E}"/>
          </ac:spMkLst>
        </pc:spChg>
        <pc:spChg chg="mod">
          <ac:chgData name="TIMOTHY MANGAN" userId="da7886f6-8ac8-42df-bf26-cc9e01828154" providerId="ADAL" clId="{D22B759A-193E-4175-AA5C-FB88495188E2}" dt="2026-04-15T17:25:52.026" v="2965" actId="403"/>
          <ac:spMkLst>
            <pc:docMk/>
            <pc:sldMk cId="1508442668" sldId="389"/>
            <ac:spMk id="3" creationId="{5458983D-4375-79BB-B937-F8BF035D81E7}"/>
          </ac:spMkLst>
        </pc:spChg>
      </pc:sldChg>
      <pc:sldMasterChg chg="add mod addSldLayout modSldLayout">
        <pc:chgData name="TIMOTHY MANGAN" userId="da7886f6-8ac8-42df-bf26-cc9e01828154" providerId="ADAL" clId="{D22B759A-193E-4175-AA5C-FB88495188E2}" dt="2026-04-04T19:50:43.103" v="1385" actId="2890"/>
        <pc:sldMasterMkLst>
          <pc:docMk/>
          <pc:sldMasterMk cId="3459412632" sldId="2147483714"/>
        </pc:sldMasterMkLst>
        <pc:sldLayoutChg chg="add mod replId">
          <pc:chgData name="TIMOTHY MANGAN" userId="da7886f6-8ac8-42df-bf26-cc9e01828154" providerId="ADAL" clId="{D22B759A-193E-4175-AA5C-FB88495188E2}" dt="2026-04-04T19:50:43.103" v="1385" actId="2890"/>
          <pc:sldLayoutMkLst>
            <pc:docMk/>
            <pc:sldMasterMk cId="3459412632" sldId="2147483714"/>
            <pc:sldLayoutMk cId="1499949690" sldId="2147483715"/>
          </pc:sldLayoutMkLst>
        </pc:sldLayoutChg>
        <pc:sldLayoutChg chg="add mod replId">
          <pc:chgData name="TIMOTHY MANGAN" userId="da7886f6-8ac8-42df-bf26-cc9e01828154" providerId="ADAL" clId="{D22B759A-193E-4175-AA5C-FB88495188E2}" dt="2026-04-04T19:50:43.103" v="1385" actId="2890"/>
          <pc:sldLayoutMkLst>
            <pc:docMk/>
            <pc:sldMasterMk cId="3459412632" sldId="2147483714"/>
            <pc:sldLayoutMk cId="3428143713" sldId="2147483716"/>
          </pc:sldLayoutMkLst>
        </pc:sldLayoutChg>
        <pc:sldLayoutChg chg="add mod replId">
          <pc:chgData name="TIMOTHY MANGAN" userId="da7886f6-8ac8-42df-bf26-cc9e01828154" providerId="ADAL" clId="{D22B759A-193E-4175-AA5C-FB88495188E2}" dt="2026-04-04T19:50:43.103" v="1385" actId="2890"/>
          <pc:sldLayoutMkLst>
            <pc:docMk/>
            <pc:sldMasterMk cId="3459412632" sldId="2147483714"/>
            <pc:sldLayoutMk cId="2400055545" sldId="2147483717"/>
          </pc:sldLayoutMkLst>
        </pc:sldLayoutChg>
        <pc:sldLayoutChg chg="add mod replId">
          <pc:chgData name="TIMOTHY MANGAN" userId="da7886f6-8ac8-42df-bf26-cc9e01828154" providerId="ADAL" clId="{D22B759A-193E-4175-AA5C-FB88495188E2}" dt="2026-04-04T19:50:43.103" v="1385" actId="2890"/>
          <pc:sldLayoutMkLst>
            <pc:docMk/>
            <pc:sldMasterMk cId="3459412632" sldId="2147483714"/>
            <pc:sldLayoutMk cId="3235838324" sldId="2147483718"/>
          </pc:sldLayoutMkLst>
        </pc:sldLayoutChg>
        <pc:sldLayoutChg chg="add mod replId">
          <pc:chgData name="TIMOTHY MANGAN" userId="da7886f6-8ac8-42df-bf26-cc9e01828154" providerId="ADAL" clId="{D22B759A-193E-4175-AA5C-FB88495188E2}" dt="2026-04-04T19:50:43.103" v="1385" actId="2890"/>
          <pc:sldLayoutMkLst>
            <pc:docMk/>
            <pc:sldMasterMk cId="3459412632" sldId="2147483714"/>
            <pc:sldLayoutMk cId="1790322288" sldId="2147483719"/>
          </pc:sldLayoutMkLst>
        </pc:sldLayoutChg>
        <pc:sldLayoutChg chg="add mod replId">
          <pc:chgData name="TIMOTHY MANGAN" userId="da7886f6-8ac8-42df-bf26-cc9e01828154" providerId="ADAL" clId="{D22B759A-193E-4175-AA5C-FB88495188E2}" dt="2026-04-04T19:50:43.103" v="1385" actId="2890"/>
          <pc:sldLayoutMkLst>
            <pc:docMk/>
            <pc:sldMasterMk cId="3459412632" sldId="2147483714"/>
            <pc:sldLayoutMk cId="3257518344" sldId="2147483720"/>
          </pc:sldLayoutMkLst>
        </pc:sldLayoutChg>
        <pc:sldLayoutChg chg="add mod replId">
          <pc:chgData name="TIMOTHY MANGAN" userId="da7886f6-8ac8-42df-bf26-cc9e01828154" providerId="ADAL" clId="{D22B759A-193E-4175-AA5C-FB88495188E2}" dt="2026-04-04T19:50:43.103" v="1385" actId="2890"/>
          <pc:sldLayoutMkLst>
            <pc:docMk/>
            <pc:sldMasterMk cId="3459412632" sldId="2147483714"/>
            <pc:sldLayoutMk cId="3155635047" sldId="2147483721"/>
          </pc:sldLayoutMkLst>
        </pc:sldLayoutChg>
        <pc:sldLayoutChg chg="add mod replId">
          <pc:chgData name="TIMOTHY MANGAN" userId="da7886f6-8ac8-42df-bf26-cc9e01828154" providerId="ADAL" clId="{D22B759A-193E-4175-AA5C-FB88495188E2}" dt="2026-04-04T19:50:43.103" v="1385" actId="2890"/>
          <pc:sldLayoutMkLst>
            <pc:docMk/>
            <pc:sldMasterMk cId="3459412632" sldId="2147483714"/>
            <pc:sldLayoutMk cId="1801234228" sldId="2147483722"/>
          </pc:sldLayoutMkLst>
        </pc:sldLayoutChg>
        <pc:sldLayoutChg chg="add mod replId">
          <pc:chgData name="TIMOTHY MANGAN" userId="da7886f6-8ac8-42df-bf26-cc9e01828154" providerId="ADAL" clId="{D22B759A-193E-4175-AA5C-FB88495188E2}" dt="2026-04-04T19:50:43.103" v="1385" actId="2890"/>
          <pc:sldLayoutMkLst>
            <pc:docMk/>
            <pc:sldMasterMk cId="3459412632" sldId="2147483714"/>
            <pc:sldLayoutMk cId="679362020" sldId="2147483723"/>
          </pc:sldLayoutMkLst>
        </pc:sldLayoutChg>
        <pc:sldLayoutChg chg="add mod replId">
          <pc:chgData name="TIMOTHY MANGAN" userId="da7886f6-8ac8-42df-bf26-cc9e01828154" providerId="ADAL" clId="{D22B759A-193E-4175-AA5C-FB88495188E2}" dt="2026-04-04T19:50:43.103" v="1385" actId="2890"/>
          <pc:sldLayoutMkLst>
            <pc:docMk/>
            <pc:sldMasterMk cId="3459412632" sldId="2147483714"/>
            <pc:sldLayoutMk cId="2195021478" sldId="2147483724"/>
          </pc:sldLayoutMkLst>
        </pc:sldLayoutChg>
        <pc:sldLayoutChg chg="add mod replId">
          <pc:chgData name="TIMOTHY MANGAN" userId="da7886f6-8ac8-42df-bf26-cc9e01828154" providerId="ADAL" clId="{D22B759A-193E-4175-AA5C-FB88495188E2}" dt="2026-04-04T19:50:43.103" v="1385" actId="2890"/>
          <pc:sldLayoutMkLst>
            <pc:docMk/>
            <pc:sldMasterMk cId="3459412632" sldId="2147483714"/>
            <pc:sldLayoutMk cId="1837942310" sldId="2147483725"/>
          </pc:sldLayoutMkLst>
        </pc:sldLayoutChg>
        <pc:sldLayoutChg chg="add mod replId">
          <pc:chgData name="TIMOTHY MANGAN" userId="da7886f6-8ac8-42df-bf26-cc9e01828154" providerId="ADAL" clId="{D22B759A-193E-4175-AA5C-FB88495188E2}" dt="2026-04-04T19:50:43.103" v="1385" actId="2890"/>
          <pc:sldLayoutMkLst>
            <pc:docMk/>
            <pc:sldMasterMk cId="3459412632" sldId="2147483714"/>
            <pc:sldLayoutMk cId="3185653447" sldId="2147483726"/>
          </pc:sldLayoutMkLst>
        </pc:sldLayoutChg>
        <pc:sldLayoutChg chg="add mod replId">
          <pc:chgData name="TIMOTHY MANGAN" userId="da7886f6-8ac8-42df-bf26-cc9e01828154" providerId="ADAL" clId="{D22B759A-193E-4175-AA5C-FB88495188E2}" dt="2026-04-04T19:50:43.103" v="1385" actId="2890"/>
          <pc:sldLayoutMkLst>
            <pc:docMk/>
            <pc:sldMasterMk cId="3459412632" sldId="2147483714"/>
            <pc:sldLayoutMk cId="1821599672" sldId="2147483727"/>
          </pc:sldLayoutMkLst>
        </pc:sldLayoutChg>
        <pc:sldLayoutChg chg="add mod replId">
          <pc:chgData name="TIMOTHY MANGAN" userId="da7886f6-8ac8-42df-bf26-cc9e01828154" providerId="ADAL" clId="{D22B759A-193E-4175-AA5C-FB88495188E2}" dt="2026-04-04T19:50:43.103" v="1385" actId="2890"/>
          <pc:sldLayoutMkLst>
            <pc:docMk/>
            <pc:sldMasterMk cId="3459412632" sldId="2147483714"/>
            <pc:sldLayoutMk cId="3528769867" sldId="2147483728"/>
          </pc:sldLayoutMkLst>
        </pc:sldLayoutChg>
        <pc:sldLayoutChg chg="add mod replId">
          <pc:chgData name="TIMOTHY MANGAN" userId="da7886f6-8ac8-42df-bf26-cc9e01828154" providerId="ADAL" clId="{D22B759A-193E-4175-AA5C-FB88495188E2}" dt="2026-04-04T19:50:43.103" v="1385" actId="2890"/>
          <pc:sldLayoutMkLst>
            <pc:docMk/>
            <pc:sldMasterMk cId="3459412632" sldId="2147483714"/>
            <pc:sldLayoutMk cId="2881644683" sldId="2147483729"/>
          </pc:sldLayoutMkLst>
        </pc:sldLayoutChg>
        <pc:sldLayoutChg chg="add mod replId">
          <pc:chgData name="TIMOTHY MANGAN" userId="da7886f6-8ac8-42df-bf26-cc9e01828154" providerId="ADAL" clId="{D22B759A-193E-4175-AA5C-FB88495188E2}" dt="2026-04-04T19:50:43.103" v="1385" actId="2890"/>
          <pc:sldLayoutMkLst>
            <pc:docMk/>
            <pc:sldMasterMk cId="3459412632" sldId="2147483714"/>
            <pc:sldLayoutMk cId="2812144189" sldId="2147483730"/>
          </pc:sldLayoutMkLst>
        </pc:sldLayoutChg>
        <pc:sldLayoutChg chg="add mod replId">
          <pc:chgData name="TIMOTHY MANGAN" userId="da7886f6-8ac8-42df-bf26-cc9e01828154" providerId="ADAL" clId="{D22B759A-193E-4175-AA5C-FB88495188E2}" dt="2026-04-04T19:50:43.103" v="1385" actId="2890"/>
          <pc:sldLayoutMkLst>
            <pc:docMk/>
            <pc:sldMasterMk cId="3459412632" sldId="2147483714"/>
            <pc:sldLayoutMk cId="605190433" sldId="2147483731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/><Relationship Id="rId1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/><Relationship Id="rId1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4E7768-4E3B-4AD4-9D00-4DA0C470C811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05C0722-7EF8-4914-9B25-9C6FC970F37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MSIX Deploy:</a:t>
          </a:r>
        </a:p>
      </dgm:t>
    </dgm:pt>
    <dgm:pt modelId="{2356D375-B732-4962-9D16-ADAA8DAE2B99}" type="parTrans" cxnId="{95F31579-416C-4041-8F10-84A7484ADBF7}">
      <dgm:prSet/>
      <dgm:spPr/>
      <dgm:t>
        <a:bodyPr/>
        <a:lstStyle/>
        <a:p>
          <a:endParaRPr lang="en-US"/>
        </a:p>
      </dgm:t>
    </dgm:pt>
    <dgm:pt modelId="{380C42F4-C515-4AD6-87F3-44A72B6F6F24}" type="sibTrans" cxnId="{95F31579-416C-4041-8F10-84A7484ADBF7}">
      <dgm:prSet/>
      <dgm:spPr/>
      <dgm:t>
        <a:bodyPr/>
        <a:lstStyle/>
        <a:p>
          <a:endParaRPr lang="en-US"/>
        </a:p>
      </dgm:t>
    </dgm:pt>
    <dgm:pt modelId="{2B27B3D2-6AD9-4907-BC5A-F1966C99E2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Locally deploy MSIX and App Attach</a:t>
          </a:r>
        </a:p>
        <a:p>
          <a:pPr>
            <a:lnSpc>
              <a:spcPct val="100000"/>
            </a:lnSpc>
          </a:pPr>
          <a:r>
            <a:rPr lang="en-US" dirty="0"/>
            <a:t>Shared Package Containers</a:t>
          </a:r>
        </a:p>
      </dgm:t>
    </dgm:pt>
    <dgm:pt modelId="{A80F7928-BAC1-43F2-B107-339DA4980A97}" type="parTrans" cxnId="{5D751D1A-10C0-4940-8C8E-C384921A79A0}">
      <dgm:prSet/>
      <dgm:spPr/>
      <dgm:t>
        <a:bodyPr/>
        <a:lstStyle/>
        <a:p>
          <a:endParaRPr lang="en-US"/>
        </a:p>
      </dgm:t>
    </dgm:pt>
    <dgm:pt modelId="{624F1D46-8FA0-4251-85D3-1CBCC1B9AFF9}" type="sibTrans" cxnId="{5D751D1A-10C0-4940-8C8E-C384921A79A0}">
      <dgm:prSet/>
      <dgm:spPr/>
      <dgm:t>
        <a:bodyPr/>
        <a:lstStyle/>
        <a:p>
          <a:endParaRPr lang="en-US"/>
        </a:p>
      </dgm:t>
    </dgm:pt>
    <dgm:pt modelId="{C54EFAB5-933B-422A-99F9-4E3F90845D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Debugging Tools for Container</a:t>
          </a:r>
        </a:p>
      </dgm:t>
    </dgm:pt>
    <dgm:pt modelId="{B49DF7B4-FE77-4E6D-B6E1-3336B7D28973}" type="parTrans" cxnId="{A689C291-2F5B-49DA-BFD1-35D10E49BE45}">
      <dgm:prSet/>
      <dgm:spPr/>
      <dgm:t>
        <a:bodyPr/>
        <a:lstStyle/>
        <a:p>
          <a:endParaRPr lang="en-US"/>
        </a:p>
      </dgm:t>
    </dgm:pt>
    <dgm:pt modelId="{79DBA386-0623-4E25-BA9B-61D3C294A107}" type="sibTrans" cxnId="{A689C291-2F5B-49DA-BFD1-35D10E49BE45}">
      <dgm:prSet/>
      <dgm:spPr/>
      <dgm:t>
        <a:bodyPr/>
        <a:lstStyle/>
        <a:p>
          <a:endParaRPr lang="en-US"/>
        </a:p>
      </dgm:t>
    </dgm:pt>
    <dgm:pt modelId="{674BE2B4-0E9B-48C0-8B56-71AE9EBE3E2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ParsePsfDebugLog:</a:t>
          </a:r>
        </a:p>
      </dgm:t>
    </dgm:pt>
    <dgm:pt modelId="{BAB0B068-C439-42E8-8382-13994E9B2CB5}" type="parTrans" cxnId="{7CA986E5-BA40-420E-B7DA-2771E4323025}">
      <dgm:prSet/>
      <dgm:spPr/>
      <dgm:t>
        <a:bodyPr/>
        <a:lstStyle/>
        <a:p>
          <a:endParaRPr lang="en-US"/>
        </a:p>
      </dgm:t>
    </dgm:pt>
    <dgm:pt modelId="{70705003-CEAE-41B1-AA00-04D899DDF31A}" type="sibTrans" cxnId="{7CA986E5-BA40-420E-B7DA-2771E4323025}">
      <dgm:prSet/>
      <dgm:spPr/>
      <dgm:t>
        <a:bodyPr/>
        <a:lstStyle/>
        <a:p>
          <a:endParaRPr lang="en-US"/>
        </a:p>
      </dgm:t>
    </dgm:pt>
    <dgm:pt modelId="{79F516A0-D6E5-423A-B848-AA9193C477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Purpose build log parser</a:t>
          </a:r>
        </a:p>
      </dgm:t>
    </dgm:pt>
    <dgm:pt modelId="{39522091-529A-4D30-86F4-08743F71E1FF}" type="parTrans" cxnId="{DE1F3B4E-5FAF-45C5-9E96-D3ED89FE6AE7}">
      <dgm:prSet/>
      <dgm:spPr/>
      <dgm:t>
        <a:bodyPr/>
        <a:lstStyle/>
        <a:p>
          <a:endParaRPr lang="en-US"/>
        </a:p>
      </dgm:t>
    </dgm:pt>
    <dgm:pt modelId="{98A2D302-6EC9-4872-9194-F1E5DF8A53E5}" type="sibTrans" cxnId="{DE1F3B4E-5FAF-45C5-9E96-D3ED89FE6AE7}">
      <dgm:prSet/>
      <dgm:spPr/>
      <dgm:t>
        <a:bodyPr/>
        <a:lstStyle/>
        <a:p>
          <a:endParaRPr lang="en-US"/>
        </a:p>
      </dgm:t>
    </dgm:pt>
    <dgm:pt modelId="{037EE18E-CA9E-435D-A872-5AD8E791FFD5}" type="pres">
      <dgm:prSet presAssocID="{854E7768-4E3B-4AD4-9D00-4DA0C470C811}" presName="root" presStyleCnt="0">
        <dgm:presLayoutVars>
          <dgm:dir/>
          <dgm:resizeHandles val="exact"/>
        </dgm:presLayoutVars>
      </dgm:prSet>
      <dgm:spPr/>
    </dgm:pt>
    <dgm:pt modelId="{A8EC7341-BB68-40A7-9287-F8A23F29234C}" type="pres">
      <dgm:prSet presAssocID="{405C0722-7EF8-4914-9B25-9C6FC970F37A}" presName="compNode" presStyleCnt="0"/>
      <dgm:spPr/>
    </dgm:pt>
    <dgm:pt modelId="{B8D40803-D309-420B-A157-25D5C52A22E5}" type="pres">
      <dgm:prSet presAssocID="{405C0722-7EF8-4914-9B25-9C6FC970F37A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1F0DD4C7-8206-422E-A8AE-469A66C32367}" type="pres">
      <dgm:prSet presAssocID="{405C0722-7EF8-4914-9B25-9C6FC970F37A}" presName="iconSpace" presStyleCnt="0"/>
      <dgm:spPr/>
    </dgm:pt>
    <dgm:pt modelId="{E165F390-069C-487D-9840-FDF5A071D505}" type="pres">
      <dgm:prSet presAssocID="{405C0722-7EF8-4914-9B25-9C6FC970F37A}" presName="parTx" presStyleLbl="revTx" presStyleIdx="0" presStyleCnt="4">
        <dgm:presLayoutVars>
          <dgm:chMax val="0"/>
          <dgm:chPref val="0"/>
        </dgm:presLayoutVars>
      </dgm:prSet>
      <dgm:spPr/>
    </dgm:pt>
    <dgm:pt modelId="{F4AB0A59-1E7F-4D06-ABD2-F20904CF2351}" type="pres">
      <dgm:prSet presAssocID="{405C0722-7EF8-4914-9B25-9C6FC970F37A}" presName="txSpace" presStyleCnt="0"/>
      <dgm:spPr/>
    </dgm:pt>
    <dgm:pt modelId="{1016F55B-5EB7-4C0F-ABCE-A308FAAB8ACC}" type="pres">
      <dgm:prSet presAssocID="{405C0722-7EF8-4914-9B25-9C6FC970F37A}" presName="desTx" presStyleLbl="revTx" presStyleIdx="1" presStyleCnt="4">
        <dgm:presLayoutVars/>
      </dgm:prSet>
      <dgm:spPr/>
    </dgm:pt>
    <dgm:pt modelId="{64E514F2-D070-43A3-8BBA-3F9DA71DAA29}" type="pres">
      <dgm:prSet presAssocID="{380C42F4-C515-4AD6-87F3-44A72B6F6F24}" presName="sibTrans" presStyleCnt="0"/>
      <dgm:spPr/>
    </dgm:pt>
    <dgm:pt modelId="{7F9AF902-C9AC-402D-9650-F1469C7634EC}" type="pres">
      <dgm:prSet presAssocID="{674BE2B4-0E9B-48C0-8B56-71AE9EBE3E20}" presName="compNode" presStyleCnt="0"/>
      <dgm:spPr/>
    </dgm:pt>
    <dgm:pt modelId="{23DCACEE-4DB9-4451-A0FC-CCA6A09A31BF}" type="pres">
      <dgm:prSet presAssocID="{674BE2B4-0E9B-48C0-8B56-71AE9EBE3E20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6CA217C7-3031-4B9E-87A0-F503A920E725}" type="pres">
      <dgm:prSet presAssocID="{674BE2B4-0E9B-48C0-8B56-71AE9EBE3E20}" presName="iconSpace" presStyleCnt="0"/>
      <dgm:spPr/>
    </dgm:pt>
    <dgm:pt modelId="{4355BC72-69E0-4906-89B6-C1D53F4926B7}" type="pres">
      <dgm:prSet presAssocID="{674BE2B4-0E9B-48C0-8B56-71AE9EBE3E20}" presName="parTx" presStyleLbl="revTx" presStyleIdx="2" presStyleCnt="4">
        <dgm:presLayoutVars>
          <dgm:chMax val="0"/>
          <dgm:chPref val="0"/>
        </dgm:presLayoutVars>
      </dgm:prSet>
      <dgm:spPr/>
    </dgm:pt>
    <dgm:pt modelId="{7A72A84E-1B49-46D9-A44D-0024C437AC4A}" type="pres">
      <dgm:prSet presAssocID="{674BE2B4-0E9B-48C0-8B56-71AE9EBE3E20}" presName="txSpace" presStyleCnt="0"/>
      <dgm:spPr/>
    </dgm:pt>
    <dgm:pt modelId="{4E933135-9F2D-498F-A3FF-E48A7581EE71}" type="pres">
      <dgm:prSet presAssocID="{674BE2B4-0E9B-48C0-8B56-71AE9EBE3E20}" presName="desTx" presStyleLbl="revTx" presStyleIdx="3" presStyleCnt="4">
        <dgm:presLayoutVars/>
      </dgm:prSet>
      <dgm:spPr/>
    </dgm:pt>
  </dgm:ptLst>
  <dgm:cxnLst>
    <dgm:cxn modelId="{5D751D1A-10C0-4940-8C8E-C384921A79A0}" srcId="{405C0722-7EF8-4914-9B25-9C6FC970F37A}" destId="{2B27B3D2-6AD9-4907-BC5A-F1966C99E287}" srcOrd="0" destOrd="0" parTransId="{A80F7928-BAC1-43F2-B107-339DA4980A97}" sibTransId="{624F1D46-8FA0-4251-85D3-1CBCC1B9AFF9}"/>
    <dgm:cxn modelId="{9E30EB22-3F1D-4C47-8F94-5E00243E41F3}" type="presOf" srcId="{854E7768-4E3B-4AD4-9D00-4DA0C470C811}" destId="{037EE18E-CA9E-435D-A872-5AD8E791FFD5}" srcOrd="0" destOrd="0" presId="urn:microsoft.com/office/officeart/2018/5/layout/CenteredIconLabelDescriptionList"/>
    <dgm:cxn modelId="{AA81ED32-026E-4142-9A8B-0AEEAD330086}" type="presOf" srcId="{C54EFAB5-933B-422A-99F9-4E3F90845DCE}" destId="{1016F55B-5EB7-4C0F-ABCE-A308FAAB8ACC}" srcOrd="0" destOrd="1" presId="urn:microsoft.com/office/officeart/2018/5/layout/CenteredIconLabelDescriptionList"/>
    <dgm:cxn modelId="{DE1F3B4E-5FAF-45C5-9E96-D3ED89FE6AE7}" srcId="{674BE2B4-0E9B-48C0-8B56-71AE9EBE3E20}" destId="{79F516A0-D6E5-423A-B848-AA9193C477B7}" srcOrd="0" destOrd="0" parTransId="{39522091-529A-4D30-86F4-08743F71E1FF}" sibTransId="{98A2D302-6EC9-4872-9194-F1E5DF8A53E5}"/>
    <dgm:cxn modelId="{7A36C073-061C-4C93-9383-88B977903CD3}" type="presOf" srcId="{79F516A0-D6E5-423A-B848-AA9193C477B7}" destId="{4E933135-9F2D-498F-A3FF-E48A7581EE71}" srcOrd="0" destOrd="0" presId="urn:microsoft.com/office/officeart/2018/5/layout/CenteredIconLabelDescriptionList"/>
    <dgm:cxn modelId="{95F31579-416C-4041-8F10-84A7484ADBF7}" srcId="{854E7768-4E3B-4AD4-9D00-4DA0C470C811}" destId="{405C0722-7EF8-4914-9B25-9C6FC970F37A}" srcOrd="0" destOrd="0" parTransId="{2356D375-B732-4962-9D16-ADAA8DAE2B99}" sibTransId="{380C42F4-C515-4AD6-87F3-44A72B6F6F24}"/>
    <dgm:cxn modelId="{A689C291-2F5B-49DA-BFD1-35D10E49BE45}" srcId="{405C0722-7EF8-4914-9B25-9C6FC970F37A}" destId="{C54EFAB5-933B-422A-99F9-4E3F90845DCE}" srcOrd="1" destOrd="0" parTransId="{B49DF7B4-FE77-4E6D-B6E1-3336B7D28973}" sibTransId="{79DBA386-0623-4E25-BA9B-61D3C294A107}"/>
    <dgm:cxn modelId="{7CA986E5-BA40-420E-B7DA-2771E4323025}" srcId="{854E7768-4E3B-4AD4-9D00-4DA0C470C811}" destId="{674BE2B4-0E9B-48C0-8B56-71AE9EBE3E20}" srcOrd="1" destOrd="0" parTransId="{BAB0B068-C439-42E8-8382-13994E9B2CB5}" sibTransId="{70705003-CEAE-41B1-AA00-04D899DDF31A}"/>
    <dgm:cxn modelId="{5F17F8EB-BE37-450A-BA47-F42F0D697D19}" type="presOf" srcId="{405C0722-7EF8-4914-9B25-9C6FC970F37A}" destId="{E165F390-069C-487D-9840-FDF5A071D505}" srcOrd="0" destOrd="0" presId="urn:microsoft.com/office/officeart/2018/5/layout/CenteredIconLabelDescriptionList"/>
    <dgm:cxn modelId="{501ABEF6-85D8-41D0-AED7-C5A9035D5CA1}" type="presOf" srcId="{2B27B3D2-6AD9-4907-BC5A-F1966C99E287}" destId="{1016F55B-5EB7-4C0F-ABCE-A308FAAB8ACC}" srcOrd="0" destOrd="0" presId="urn:microsoft.com/office/officeart/2018/5/layout/CenteredIconLabelDescriptionList"/>
    <dgm:cxn modelId="{D333C1F8-77D9-415B-A148-B5D42A7F5C96}" type="presOf" srcId="{674BE2B4-0E9B-48C0-8B56-71AE9EBE3E20}" destId="{4355BC72-69E0-4906-89B6-C1D53F4926B7}" srcOrd="0" destOrd="0" presId="urn:microsoft.com/office/officeart/2018/5/layout/CenteredIconLabelDescriptionList"/>
    <dgm:cxn modelId="{48FC3D65-7EDE-41AC-B577-02EDDAA70877}" type="presParOf" srcId="{037EE18E-CA9E-435D-A872-5AD8E791FFD5}" destId="{A8EC7341-BB68-40A7-9287-F8A23F29234C}" srcOrd="0" destOrd="0" presId="urn:microsoft.com/office/officeart/2018/5/layout/CenteredIconLabelDescriptionList"/>
    <dgm:cxn modelId="{AD216439-B6A0-4AC4-AF08-3E35C36BF240}" type="presParOf" srcId="{A8EC7341-BB68-40A7-9287-F8A23F29234C}" destId="{B8D40803-D309-420B-A157-25D5C52A22E5}" srcOrd="0" destOrd="0" presId="urn:microsoft.com/office/officeart/2018/5/layout/CenteredIconLabelDescriptionList"/>
    <dgm:cxn modelId="{190A3389-F2AD-4B85-9C95-B28918D770F6}" type="presParOf" srcId="{A8EC7341-BB68-40A7-9287-F8A23F29234C}" destId="{1F0DD4C7-8206-422E-A8AE-469A66C32367}" srcOrd="1" destOrd="0" presId="urn:microsoft.com/office/officeart/2018/5/layout/CenteredIconLabelDescriptionList"/>
    <dgm:cxn modelId="{1159C528-80EE-41B5-8392-920D5769AD97}" type="presParOf" srcId="{A8EC7341-BB68-40A7-9287-F8A23F29234C}" destId="{E165F390-069C-487D-9840-FDF5A071D505}" srcOrd="2" destOrd="0" presId="urn:microsoft.com/office/officeart/2018/5/layout/CenteredIconLabelDescriptionList"/>
    <dgm:cxn modelId="{CFEB9FFB-39D2-4A8D-9CDD-58E1E764C68B}" type="presParOf" srcId="{A8EC7341-BB68-40A7-9287-F8A23F29234C}" destId="{F4AB0A59-1E7F-4D06-ABD2-F20904CF2351}" srcOrd="3" destOrd="0" presId="urn:microsoft.com/office/officeart/2018/5/layout/CenteredIconLabelDescriptionList"/>
    <dgm:cxn modelId="{A0507996-CEB9-4581-B871-400E2DB6FCD8}" type="presParOf" srcId="{A8EC7341-BB68-40A7-9287-F8A23F29234C}" destId="{1016F55B-5EB7-4C0F-ABCE-A308FAAB8ACC}" srcOrd="4" destOrd="0" presId="urn:microsoft.com/office/officeart/2018/5/layout/CenteredIconLabelDescriptionList"/>
    <dgm:cxn modelId="{B3C5E064-527A-4D95-A2A1-BCCB4502E8BB}" type="presParOf" srcId="{037EE18E-CA9E-435D-A872-5AD8E791FFD5}" destId="{64E514F2-D070-43A3-8BBA-3F9DA71DAA29}" srcOrd="1" destOrd="0" presId="urn:microsoft.com/office/officeart/2018/5/layout/CenteredIconLabelDescriptionList"/>
    <dgm:cxn modelId="{A722C840-035C-4729-97E3-90389FE22BF4}" type="presParOf" srcId="{037EE18E-CA9E-435D-A872-5AD8E791FFD5}" destId="{7F9AF902-C9AC-402D-9650-F1469C7634EC}" srcOrd="2" destOrd="0" presId="urn:microsoft.com/office/officeart/2018/5/layout/CenteredIconLabelDescriptionList"/>
    <dgm:cxn modelId="{FCC1EAD7-FFA0-4E9F-B058-1B18C4A2939D}" type="presParOf" srcId="{7F9AF902-C9AC-402D-9650-F1469C7634EC}" destId="{23DCACEE-4DB9-4451-A0FC-CCA6A09A31BF}" srcOrd="0" destOrd="0" presId="urn:microsoft.com/office/officeart/2018/5/layout/CenteredIconLabelDescriptionList"/>
    <dgm:cxn modelId="{D4EC0A7F-299F-4BC4-8EE5-8B865D353838}" type="presParOf" srcId="{7F9AF902-C9AC-402D-9650-F1469C7634EC}" destId="{6CA217C7-3031-4B9E-87A0-F503A920E725}" srcOrd="1" destOrd="0" presId="urn:microsoft.com/office/officeart/2018/5/layout/CenteredIconLabelDescriptionList"/>
    <dgm:cxn modelId="{53D076AD-5DF1-4AAA-AE47-8A667852A2F0}" type="presParOf" srcId="{7F9AF902-C9AC-402D-9650-F1469C7634EC}" destId="{4355BC72-69E0-4906-89B6-C1D53F4926B7}" srcOrd="2" destOrd="0" presId="urn:microsoft.com/office/officeart/2018/5/layout/CenteredIconLabelDescriptionList"/>
    <dgm:cxn modelId="{BD9C1A5A-1C93-47AA-940F-773AF5E6858C}" type="presParOf" srcId="{7F9AF902-C9AC-402D-9650-F1469C7634EC}" destId="{7A72A84E-1B49-46D9-A44D-0024C437AC4A}" srcOrd="3" destOrd="0" presId="urn:microsoft.com/office/officeart/2018/5/layout/CenteredIconLabelDescriptionList"/>
    <dgm:cxn modelId="{3525864A-049F-4C58-A72B-A76D56FEDB9A}" type="presParOf" srcId="{7F9AF902-C9AC-402D-9650-F1469C7634EC}" destId="{4E933135-9F2D-498F-A3FF-E48A7581EE7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D40803-D309-420B-A157-25D5C52A22E5}">
      <dsp:nvSpPr>
        <dsp:cNvPr id="0" name=""/>
        <dsp:cNvSpPr/>
      </dsp:nvSpPr>
      <dsp:spPr>
        <a:xfrm>
          <a:off x="1882837" y="296850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65F390-069C-487D-9840-FDF5A071D505}">
      <dsp:nvSpPr>
        <dsp:cNvPr id="0" name=""/>
        <dsp:cNvSpPr/>
      </dsp:nvSpPr>
      <dsp:spPr>
        <a:xfrm>
          <a:off x="478837" y="195095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MSIX Deploy:</a:t>
          </a:r>
        </a:p>
      </dsp:txBody>
      <dsp:txXfrm>
        <a:off x="478837" y="1950951"/>
        <a:ext cx="4320000" cy="648000"/>
      </dsp:txXfrm>
    </dsp:sp>
    <dsp:sp modelId="{1016F55B-5EB7-4C0F-ABCE-A308FAAB8ACC}">
      <dsp:nvSpPr>
        <dsp:cNvPr id="0" name=""/>
        <dsp:cNvSpPr/>
      </dsp:nvSpPr>
      <dsp:spPr>
        <a:xfrm>
          <a:off x="478837" y="2665044"/>
          <a:ext cx="4320000" cy="936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Locally deploy MSIX and App Attach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Shared Package Containers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Debugging Tools for Container</a:t>
          </a:r>
        </a:p>
      </dsp:txBody>
      <dsp:txXfrm>
        <a:off x="478837" y="2665044"/>
        <a:ext cx="4320000" cy="936473"/>
      </dsp:txXfrm>
    </dsp:sp>
    <dsp:sp modelId="{23DCACEE-4DB9-4451-A0FC-CCA6A09A31BF}">
      <dsp:nvSpPr>
        <dsp:cNvPr id="0" name=""/>
        <dsp:cNvSpPr/>
      </dsp:nvSpPr>
      <dsp:spPr>
        <a:xfrm>
          <a:off x="6958837" y="296850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5BC72-69E0-4906-89B6-C1D53F4926B7}">
      <dsp:nvSpPr>
        <dsp:cNvPr id="0" name=""/>
        <dsp:cNvSpPr/>
      </dsp:nvSpPr>
      <dsp:spPr>
        <a:xfrm>
          <a:off x="5554837" y="195095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ParsePsfDebugLog:</a:t>
          </a:r>
        </a:p>
      </dsp:txBody>
      <dsp:txXfrm>
        <a:off x="5554837" y="1950951"/>
        <a:ext cx="4320000" cy="648000"/>
      </dsp:txXfrm>
    </dsp:sp>
    <dsp:sp modelId="{4E933135-9F2D-498F-A3FF-E48A7581EE71}">
      <dsp:nvSpPr>
        <dsp:cNvPr id="0" name=""/>
        <dsp:cNvSpPr/>
      </dsp:nvSpPr>
      <dsp:spPr>
        <a:xfrm>
          <a:off x="5554837" y="2665044"/>
          <a:ext cx="4320000" cy="936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Purpose build log parser</a:t>
          </a:r>
        </a:p>
      </dsp:txBody>
      <dsp:txXfrm>
        <a:off x="5554837" y="2665044"/>
        <a:ext cx="4320000" cy="9364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A5EB2A-2AA2-421E-A471-C589D4393562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0E7DA0-96D0-43A3-B794-A95598D61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486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0E7DA0-96D0-43A3-B794-A95598D6159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0300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0E7DA0-96D0-43A3-B794-A95598D6159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019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0E7DA0-96D0-43A3-B794-A95598D6159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80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0E7DA0-96D0-43A3-B794-A95598D6159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5272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0E7DA0-96D0-43A3-B794-A95598D6159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802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C0674-5A25-A5C6-4A1C-1E99EDA8F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1186B8-E46E-BF66-0EE4-451F1B5AD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C52613-1696-7B00-5D84-37A2FEB19D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88784-473E-A20D-20E1-91018CA77B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0E7DA0-96D0-43A3-B794-A95598D6159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398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FABDE-990C-4C5D-FD9F-1F08B612A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016B48-1237-5FA3-E98D-EED3ADEF1B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52E621-511D-51A9-DBBA-F05DA0857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B33C2-25EF-90E7-9F25-15D3F19E8B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0E7DA0-96D0-43A3-B794-A95598D6159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018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292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505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21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855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143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010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795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964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31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800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926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85381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2096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8187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1527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9776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8283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in Title">
    <p:bg>
      <p:bgPr>
        <a:solidFill>
          <a:srgbClr val="040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4188978-B0F9-49FF-3AC4-F31771C8FCBF}"/>
              </a:ext>
            </a:extLst>
          </p:cNvPr>
          <p:cNvSpPr/>
          <p:nvPr userDrawn="1"/>
        </p:nvSpPr>
        <p:spPr>
          <a:xfrm>
            <a:off x="-2" y="388311"/>
            <a:ext cx="12192000" cy="4595103"/>
          </a:xfrm>
          <a:prstGeom prst="rect">
            <a:avLst/>
          </a:prstGeom>
          <a:gradFill>
            <a:gsLst>
              <a:gs pos="0">
                <a:srgbClr val="1B2335">
                  <a:alpha val="0"/>
                </a:srgbClr>
              </a:gs>
              <a:gs pos="100000">
                <a:srgbClr val="1B233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2B2D3B2-16EA-94E8-490A-4E5BF10724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5"/>
          <a:stretch/>
        </p:blipFill>
        <p:spPr>
          <a:xfrm>
            <a:off x="4240075" y="983703"/>
            <a:ext cx="7951923" cy="31164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285B29-4B26-EB88-AFE3-2B151299763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408" y="2481084"/>
            <a:ext cx="6844541" cy="226451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44AE397-47BD-4731-84B9-20DE63844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720" y="1108038"/>
            <a:ext cx="8974402" cy="763793"/>
          </a:xfrm>
        </p:spPr>
        <p:txBody>
          <a:bodyPr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2C1F388-7968-443C-A69B-6C19A4F000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1720" y="1942296"/>
            <a:ext cx="4864980" cy="1635121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2F2A68-6951-7BE2-C6D3-B549DEF52AE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316" y="5194592"/>
            <a:ext cx="3981363" cy="129661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57D759C-459C-2E0A-685C-92A558BB5DEA}"/>
              </a:ext>
            </a:extLst>
          </p:cNvPr>
          <p:cNvSpPr/>
          <p:nvPr userDrawn="1"/>
        </p:nvSpPr>
        <p:spPr>
          <a:xfrm flipV="1">
            <a:off x="0" y="6791146"/>
            <a:ext cx="12192000" cy="94445"/>
          </a:xfrm>
          <a:prstGeom prst="rect">
            <a:avLst/>
          </a:prstGeom>
          <a:solidFill>
            <a:srgbClr val="E93547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385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pons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48">
            <a:extLst>
              <a:ext uri="{FF2B5EF4-FFF2-40B4-BE49-F238E27FC236}">
                <a16:creationId xmlns:a16="http://schemas.microsoft.com/office/drawing/2014/main" id="{89E540F0-6316-5A7F-D9D4-B34228E47DE1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38" name="Picture 37" descr="Text&#10;&#10;Description automatically generated">
            <a:extLst>
              <a:ext uri="{FF2B5EF4-FFF2-40B4-BE49-F238E27FC236}">
                <a16:creationId xmlns:a16="http://schemas.microsoft.com/office/drawing/2014/main" id="{96ADF881-3DD4-8E9A-18E1-7D4C1ACCBA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8879" y="9497023"/>
            <a:ext cx="1021545" cy="5110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383465-54AB-9D27-1C79-4155CFA586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49" y="121149"/>
            <a:ext cx="1367481" cy="1351394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518A367B-4E77-C135-2433-3EC2146567B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Thank you Sponsors</a:t>
            </a:r>
          </a:p>
        </p:txBody>
      </p:sp>
    </p:spTree>
    <p:extLst>
      <p:ext uri="{BB962C8B-B14F-4D97-AF65-F5344CB8AC3E}">
        <p14:creationId xmlns:p14="http://schemas.microsoft.com/office/powerpoint/2010/main" val="1470216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169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6660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2914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8706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14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7187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7981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7102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526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45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0241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47108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7982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1277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242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5051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88080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94969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1437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05554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83832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32228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5183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63504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3422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3620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214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9423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56534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5996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76986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64468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418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19043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95C6787-FB51-0587-0ABB-B260D8A013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988" y="2185053"/>
            <a:ext cx="9584926" cy="3693141"/>
          </a:xfrm>
          <a:prstGeom prst="rect">
            <a:avLst/>
          </a:prstGeom>
        </p:spPr>
      </p:pic>
      <p:sp>
        <p:nvSpPr>
          <p:cNvPr id="31" name="TextBox 30"/>
          <p:cNvSpPr txBox="1"/>
          <p:nvPr userDrawn="1"/>
        </p:nvSpPr>
        <p:spPr>
          <a:xfrm>
            <a:off x="4555451" y="3655125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A0B0C"/>
                </a:solidFill>
                <a:latin typeface="Calibri" pitchFamily="34" charset="0"/>
                <a:ea typeface="Roboto Th" pitchFamily="2" charset="0"/>
              </a:rPr>
              <a:t>Thank You!</a:t>
            </a:r>
          </a:p>
        </p:txBody>
      </p:sp>
      <p:grpSp>
        <p:nvGrpSpPr>
          <p:cNvPr id="32" name="Group 31"/>
          <p:cNvGrpSpPr/>
          <p:nvPr userDrawn="1"/>
        </p:nvGrpSpPr>
        <p:grpSpPr>
          <a:xfrm>
            <a:off x="5077330" y="1441206"/>
            <a:ext cx="2009840" cy="2008285"/>
            <a:chOff x="5461822" y="1856570"/>
            <a:chExt cx="2009840" cy="2008285"/>
          </a:xfrm>
          <a:solidFill>
            <a:srgbClr val="E93547"/>
          </a:solidFill>
          <a:effectLst/>
        </p:grpSpPr>
        <p:sp>
          <p:nvSpPr>
            <p:cNvPr id="33" name="Freeform 32"/>
            <p:cNvSpPr/>
            <p:nvPr/>
          </p:nvSpPr>
          <p:spPr>
            <a:xfrm rot="5400000" flipH="1">
              <a:off x="6240751" y="2113355"/>
              <a:ext cx="1487696" cy="974126"/>
            </a:xfrm>
            <a:custGeom>
              <a:avLst/>
              <a:gdLst>
                <a:gd name="connsiteX0" fmla="*/ 1487696 w 1487696"/>
                <a:gd name="connsiteY0" fmla="*/ 974126 h 974126"/>
                <a:gd name="connsiteX1" fmla="*/ 1484063 w 1487696"/>
                <a:gd name="connsiteY1" fmla="*/ 902173 h 974126"/>
                <a:gd name="connsiteX2" fmla="*/ 484331 w 1487696"/>
                <a:gd name="connsiteY2" fmla="*/ 0 h 974126"/>
                <a:gd name="connsiteX3" fmla="*/ 5326 w 1487696"/>
                <a:gd name="connsiteY3" fmla="*/ 121288 h 974126"/>
                <a:gd name="connsiteX4" fmla="*/ 0 w 1487696"/>
                <a:gd name="connsiteY4" fmla="*/ 124523 h 974126"/>
                <a:gd name="connsiteX5" fmla="*/ 12102 w 1487696"/>
                <a:gd name="connsiteY5" fmla="*/ 143648 h 974126"/>
                <a:gd name="connsiteX6" fmla="*/ 16123 w 1487696"/>
                <a:gd name="connsiteY6" fmla="*/ 141206 h 974126"/>
                <a:gd name="connsiteX7" fmla="*/ 484331 w 1487696"/>
                <a:gd name="connsiteY7" fmla="*/ 22651 h 974126"/>
                <a:gd name="connsiteX8" fmla="*/ 1461529 w 1487696"/>
                <a:gd name="connsiteY8" fmla="*/ 904489 h 974126"/>
                <a:gd name="connsiteX9" fmla="*/ 1465045 w 1487696"/>
                <a:gd name="connsiteY9" fmla="*/ 974126 h 974126"/>
                <a:gd name="connsiteX10" fmla="*/ 1487696 w 1487696"/>
                <a:gd name="connsiteY10" fmla="*/ 974126 h 974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87696" h="974126">
                  <a:moveTo>
                    <a:pt x="1487696" y="974126"/>
                  </a:moveTo>
                  <a:lnTo>
                    <a:pt x="1484063" y="902173"/>
                  </a:lnTo>
                  <a:cubicBezTo>
                    <a:pt x="1432601" y="395435"/>
                    <a:pt x="1004645" y="0"/>
                    <a:pt x="484331" y="0"/>
                  </a:cubicBezTo>
                  <a:cubicBezTo>
                    <a:pt x="310893" y="0"/>
                    <a:pt x="147717" y="43937"/>
                    <a:pt x="5326" y="121288"/>
                  </a:cubicBezTo>
                  <a:lnTo>
                    <a:pt x="0" y="124523"/>
                  </a:lnTo>
                  <a:lnTo>
                    <a:pt x="12102" y="143648"/>
                  </a:lnTo>
                  <a:lnTo>
                    <a:pt x="16123" y="141206"/>
                  </a:lnTo>
                  <a:cubicBezTo>
                    <a:pt x="155304" y="65598"/>
                    <a:pt x="314802" y="22651"/>
                    <a:pt x="484331" y="22651"/>
                  </a:cubicBezTo>
                  <a:cubicBezTo>
                    <a:pt x="992917" y="22651"/>
                    <a:pt x="1411227" y="409174"/>
                    <a:pt x="1461529" y="904489"/>
                  </a:cubicBezTo>
                  <a:lnTo>
                    <a:pt x="1465045" y="974126"/>
                  </a:lnTo>
                  <a:lnTo>
                    <a:pt x="1487696" y="97412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4"/>
                </a:solidFill>
                <a:latin typeface="Calibri" pitchFamily="34" charset="0"/>
              </a:endParaRPr>
            </a:p>
          </p:txBody>
        </p:sp>
        <p:sp>
          <p:nvSpPr>
            <p:cNvPr id="34" name="Freeform 33"/>
            <p:cNvSpPr/>
            <p:nvPr/>
          </p:nvSpPr>
          <p:spPr>
            <a:xfrm rot="5400000" flipH="1">
              <a:off x="5205036" y="2113356"/>
              <a:ext cx="1487694" cy="974122"/>
            </a:xfrm>
            <a:custGeom>
              <a:avLst/>
              <a:gdLst>
                <a:gd name="connsiteX0" fmla="*/ 1487694 w 1487694"/>
                <a:gd name="connsiteY0" fmla="*/ 0 h 974122"/>
                <a:gd name="connsiteX1" fmla="*/ 1465043 w 1487694"/>
                <a:gd name="connsiteY1" fmla="*/ 0 h 974122"/>
                <a:gd name="connsiteX2" fmla="*/ 1461527 w 1487694"/>
                <a:gd name="connsiteY2" fmla="*/ 69633 h 974122"/>
                <a:gd name="connsiteX3" fmla="*/ 484329 w 1487694"/>
                <a:gd name="connsiteY3" fmla="*/ 951471 h 974122"/>
                <a:gd name="connsiteX4" fmla="*/ 16121 w 1487694"/>
                <a:gd name="connsiteY4" fmla="*/ 832916 h 974122"/>
                <a:gd name="connsiteX5" fmla="*/ 12102 w 1487694"/>
                <a:gd name="connsiteY5" fmla="*/ 830475 h 974122"/>
                <a:gd name="connsiteX6" fmla="*/ 0 w 1487694"/>
                <a:gd name="connsiteY6" fmla="*/ 849600 h 974122"/>
                <a:gd name="connsiteX7" fmla="*/ 5324 w 1487694"/>
                <a:gd name="connsiteY7" fmla="*/ 852834 h 974122"/>
                <a:gd name="connsiteX8" fmla="*/ 484329 w 1487694"/>
                <a:gd name="connsiteY8" fmla="*/ 974122 h 974122"/>
                <a:gd name="connsiteX9" fmla="*/ 1484061 w 1487694"/>
                <a:gd name="connsiteY9" fmla="*/ 71949 h 974122"/>
                <a:gd name="connsiteX10" fmla="*/ 1487694 w 1487694"/>
                <a:gd name="connsiteY10" fmla="*/ 0 h 974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87694" h="974122">
                  <a:moveTo>
                    <a:pt x="1487694" y="0"/>
                  </a:moveTo>
                  <a:lnTo>
                    <a:pt x="1465043" y="0"/>
                  </a:lnTo>
                  <a:lnTo>
                    <a:pt x="1461527" y="69633"/>
                  </a:lnTo>
                  <a:cubicBezTo>
                    <a:pt x="1411225" y="564948"/>
                    <a:pt x="992915" y="951471"/>
                    <a:pt x="484329" y="951471"/>
                  </a:cubicBezTo>
                  <a:cubicBezTo>
                    <a:pt x="314800" y="951471"/>
                    <a:pt x="155302" y="908524"/>
                    <a:pt x="16121" y="832916"/>
                  </a:cubicBezTo>
                  <a:lnTo>
                    <a:pt x="12102" y="830475"/>
                  </a:lnTo>
                  <a:lnTo>
                    <a:pt x="0" y="849600"/>
                  </a:lnTo>
                  <a:lnTo>
                    <a:pt x="5324" y="852834"/>
                  </a:lnTo>
                  <a:cubicBezTo>
                    <a:pt x="147715" y="930185"/>
                    <a:pt x="310891" y="974122"/>
                    <a:pt x="484329" y="974122"/>
                  </a:cubicBezTo>
                  <a:cubicBezTo>
                    <a:pt x="1004643" y="974122"/>
                    <a:pt x="1432599" y="578687"/>
                    <a:pt x="1484061" y="71949"/>
                  </a:cubicBezTo>
                  <a:lnTo>
                    <a:pt x="1487694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4"/>
                </a:solidFill>
                <a:latin typeface="Calibri" pitchFamily="34" charset="0"/>
              </a:endParaRPr>
            </a:p>
          </p:txBody>
        </p:sp>
        <p:sp>
          <p:nvSpPr>
            <p:cNvPr id="35" name="Freeform 34"/>
            <p:cNvSpPr/>
            <p:nvPr/>
          </p:nvSpPr>
          <p:spPr>
            <a:xfrm rot="5400000" flipH="1">
              <a:off x="6226720" y="2776420"/>
              <a:ext cx="480045" cy="1696825"/>
            </a:xfrm>
            <a:custGeom>
              <a:avLst/>
              <a:gdLst>
                <a:gd name="connsiteX0" fmla="*/ 480045 w 480045"/>
                <a:gd name="connsiteY0" fmla="*/ 1677701 h 1696825"/>
                <a:gd name="connsiteX1" fmla="*/ 455724 w 480045"/>
                <a:gd name="connsiteY1" fmla="*/ 1662925 h 1696825"/>
                <a:gd name="connsiteX2" fmla="*/ 22651 w 480045"/>
                <a:gd name="connsiteY2" fmla="*/ 848412 h 1696825"/>
                <a:gd name="connsiteX3" fmla="*/ 455724 w 480045"/>
                <a:gd name="connsiteY3" fmla="*/ 33899 h 1696825"/>
                <a:gd name="connsiteX4" fmla="*/ 480043 w 480045"/>
                <a:gd name="connsiteY4" fmla="*/ 19125 h 1696825"/>
                <a:gd name="connsiteX5" fmla="*/ 467941 w 480045"/>
                <a:gd name="connsiteY5" fmla="*/ 0 h 1696825"/>
                <a:gd name="connsiteX6" fmla="*/ 443060 w 480045"/>
                <a:gd name="connsiteY6" fmla="*/ 15117 h 1696825"/>
                <a:gd name="connsiteX7" fmla="*/ 0 w 480045"/>
                <a:gd name="connsiteY7" fmla="*/ 848412 h 1696825"/>
                <a:gd name="connsiteX8" fmla="*/ 443060 w 480045"/>
                <a:gd name="connsiteY8" fmla="*/ 1681707 h 1696825"/>
                <a:gd name="connsiteX9" fmla="*/ 467944 w 480045"/>
                <a:gd name="connsiteY9" fmla="*/ 1696825 h 1696825"/>
                <a:gd name="connsiteX10" fmla="*/ 480045 w 480045"/>
                <a:gd name="connsiteY10" fmla="*/ 1677701 h 169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0045" h="1696825">
                  <a:moveTo>
                    <a:pt x="480045" y="1677701"/>
                  </a:moveTo>
                  <a:lnTo>
                    <a:pt x="455724" y="1662925"/>
                  </a:lnTo>
                  <a:cubicBezTo>
                    <a:pt x="194439" y="1486404"/>
                    <a:pt x="22651" y="1187470"/>
                    <a:pt x="22651" y="848412"/>
                  </a:cubicBezTo>
                  <a:cubicBezTo>
                    <a:pt x="22651" y="509354"/>
                    <a:pt x="194439" y="210420"/>
                    <a:pt x="455724" y="33899"/>
                  </a:cubicBezTo>
                  <a:lnTo>
                    <a:pt x="480043" y="19125"/>
                  </a:lnTo>
                  <a:lnTo>
                    <a:pt x="467941" y="0"/>
                  </a:lnTo>
                  <a:lnTo>
                    <a:pt x="443060" y="15117"/>
                  </a:lnTo>
                  <a:cubicBezTo>
                    <a:pt x="175749" y="195708"/>
                    <a:pt x="0" y="501536"/>
                    <a:pt x="0" y="848412"/>
                  </a:cubicBezTo>
                  <a:cubicBezTo>
                    <a:pt x="0" y="1195288"/>
                    <a:pt x="175749" y="1501116"/>
                    <a:pt x="443060" y="1681707"/>
                  </a:cubicBezTo>
                  <a:lnTo>
                    <a:pt x="467944" y="1696825"/>
                  </a:lnTo>
                  <a:lnTo>
                    <a:pt x="480045" y="167770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4"/>
                </a:solidFill>
                <a:latin typeface="Calibri" pitchFamily="34" charset="0"/>
              </a:endParaRPr>
            </a:p>
          </p:txBody>
        </p:sp>
      </p:grpSp>
      <p:sp>
        <p:nvSpPr>
          <p:cNvPr id="36" name="Freeform 43"/>
          <p:cNvSpPr>
            <a:spLocks noEditPoints="1"/>
          </p:cNvSpPr>
          <p:nvPr userDrawn="1"/>
        </p:nvSpPr>
        <p:spPr bwMode="auto">
          <a:xfrm>
            <a:off x="5824940" y="2173327"/>
            <a:ext cx="514616" cy="493370"/>
          </a:xfrm>
          <a:custGeom>
            <a:avLst/>
            <a:gdLst>
              <a:gd name="T0" fmla="*/ 190 w 208"/>
              <a:gd name="T1" fmla="*/ 79 h 199"/>
              <a:gd name="T2" fmla="*/ 163 w 208"/>
              <a:gd name="T3" fmla="*/ 79 h 199"/>
              <a:gd name="T4" fmla="*/ 137 w 208"/>
              <a:gd name="T5" fmla="*/ 29 h 199"/>
              <a:gd name="T6" fmla="*/ 99 w 208"/>
              <a:gd name="T7" fmla="*/ 13 h 199"/>
              <a:gd name="T8" fmla="*/ 41 w 208"/>
              <a:gd name="T9" fmla="*/ 87 h 199"/>
              <a:gd name="T10" fmla="*/ 0 w 208"/>
              <a:gd name="T11" fmla="*/ 87 h 199"/>
              <a:gd name="T12" fmla="*/ 44 w 208"/>
              <a:gd name="T13" fmla="*/ 180 h 199"/>
              <a:gd name="T14" fmla="*/ 98 w 208"/>
              <a:gd name="T15" fmla="*/ 199 h 199"/>
              <a:gd name="T16" fmla="*/ 161 w 208"/>
              <a:gd name="T17" fmla="*/ 199 h 199"/>
              <a:gd name="T18" fmla="*/ 176 w 208"/>
              <a:gd name="T19" fmla="*/ 171 h 199"/>
              <a:gd name="T20" fmla="*/ 185 w 208"/>
              <a:gd name="T21" fmla="*/ 143 h 199"/>
              <a:gd name="T22" fmla="*/ 194 w 208"/>
              <a:gd name="T23" fmla="*/ 114 h 199"/>
              <a:gd name="T24" fmla="*/ 190 w 208"/>
              <a:gd name="T25" fmla="*/ 107 h 199"/>
              <a:gd name="T26" fmla="*/ 176 w 208"/>
              <a:gd name="T27" fmla="*/ 107 h 199"/>
              <a:gd name="T28" fmla="*/ 180 w 208"/>
              <a:gd name="T29" fmla="*/ 115 h 199"/>
              <a:gd name="T30" fmla="*/ 180 w 208"/>
              <a:gd name="T31" fmla="*/ 135 h 199"/>
              <a:gd name="T32" fmla="*/ 168 w 208"/>
              <a:gd name="T33" fmla="*/ 135 h 199"/>
              <a:gd name="T34" fmla="*/ 171 w 208"/>
              <a:gd name="T35" fmla="*/ 143 h 199"/>
              <a:gd name="T36" fmla="*/ 171 w 208"/>
              <a:gd name="T37" fmla="*/ 163 h 199"/>
              <a:gd name="T38" fmla="*/ 160 w 208"/>
              <a:gd name="T39" fmla="*/ 163 h 199"/>
              <a:gd name="T40" fmla="*/ 161 w 208"/>
              <a:gd name="T41" fmla="*/ 171 h 199"/>
              <a:gd name="T42" fmla="*/ 161 w 208"/>
              <a:gd name="T43" fmla="*/ 191 h 199"/>
              <a:gd name="T44" fmla="*/ 151 w 208"/>
              <a:gd name="T45" fmla="*/ 191 h 199"/>
              <a:gd name="T46" fmla="*/ 66 w 208"/>
              <a:gd name="T47" fmla="*/ 180 h 199"/>
              <a:gd name="T48" fmla="*/ 8 w 208"/>
              <a:gd name="T49" fmla="*/ 172 h 199"/>
              <a:gd name="T50" fmla="*/ 41 w 208"/>
              <a:gd name="T51" fmla="*/ 95 h 199"/>
              <a:gd name="T52" fmla="*/ 107 w 208"/>
              <a:gd name="T53" fmla="*/ 13 h 199"/>
              <a:gd name="T54" fmla="*/ 129 w 208"/>
              <a:gd name="T55" fmla="*/ 29 h 199"/>
              <a:gd name="T56" fmla="*/ 112 w 208"/>
              <a:gd name="T57" fmla="*/ 87 h 199"/>
              <a:gd name="T58" fmla="*/ 155 w 208"/>
              <a:gd name="T59" fmla="*/ 87 h 199"/>
              <a:gd name="T60" fmla="*/ 161 w 208"/>
              <a:gd name="T61" fmla="*/ 87 h 199"/>
              <a:gd name="T62" fmla="*/ 200 w 208"/>
              <a:gd name="T63" fmla="*/ 97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08" h="199">
                <a:moveTo>
                  <a:pt x="208" y="97"/>
                </a:moveTo>
                <a:cubicBezTo>
                  <a:pt x="208" y="87"/>
                  <a:pt x="200" y="79"/>
                  <a:pt x="190" y="79"/>
                </a:cubicBezTo>
                <a:cubicBezTo>
                  <a:pt x="163" y="79"/>
                  <a:pt x="163" y="79"/>
                  <a:pt x="163" y="79"/>
                </a:cubicBezTo>
                <a:cubicBezTo>
                  <a:pt x="163" y="79"/>
                  <a:pt x="163" y="79"/>
                  <a:pt x="163" y="79"/>
                </a:cubicBezTo>
                <a:cubicBezTo>
                  <a:pt x="125" y="79"/>
                  <a:pt x="125" y="79"/>
                  <a:pt x="125" y="79"/>
                </a:cubicBezTo>
                <a:cubicBezTo>
                  <a:pt x="129" y="70"/>
                  <a:pt x="137" y="49"/>
                  <a:pt x="137" y="29"/>
                </a:cubicBezTo>
                <a:cubicBezTo>
                  <a:pt x="137" y="5"/>
                  <a:pt x="125" y="0"/>
                  <a:pt x="115" y="0"/>
                </a:cubicBezTo>
                <a:cubicBezTo>
                  <a:pt x="108" y="0"/>
                  <a:pt x="99" y="4"/>
                  <a:pt x="99" y="13"/>
                </a:cubicBezTo>
                <a:cubicBezTo>
                  <a:pt x="99" y="17"/>
                  <a:pt x="99" y="49"/>
                  <a:pt x="79" y="65"/>
                </a:cubicBezTo>
                <a:cubicBezTo>
                  <a:pt x="58" y="82"/>
                  <a:pt x="52" y="87"/>
                  <a:pt x="41" y="87"/>
                </a:cubicBezTo>
                <a:cubicBezTo>
                  <a:pt x="28" y="87"/>
                  <a:pt x="4" y="87"/>
                  <a:pt x="4" y="87"/>
                </a:cubicBezTo>
                <a:cubicBezTo>
                  <a:pt x="0" y="87"/>
                  <a:pt x="0" y="87"/>
                  <a:pt x="0" y="87"/>
                </a:cubicBezTo>
                <a:cubicBezTo>
                  <a:pt x="0" y="180"/>
                  <a:pt x="0" y="180"/>
                  <a:pt x="0" y="180"/>
                </a:cubicBezTo>
                <a:cubicBezTo>
                  <a:pt x="44" y="180"/>
                  <a:pt x="44" y="180"/>
                  <a:pt x="44" y="180"/>
                </a:cubicBezTo>
                <a:cubicBezTo>
                  <a:pt x="47" y="180"/>
                  <a:pt x="55" y="184"/>
                  <a:pt x="63" y="188"/>
                </a:cubicBezTo>
                <a:cubicBezTo>
                  <a:pt x="75" y="193"/>
                  <a:pt x="89" y="199"/>
                  <a:pt x="98" y="199"/>
                </a:cubicBezTo>
                <a:cubicBezTo>
                  <a:pt x="161" y="199"/>
                  <a:pt x="161" y="199"/>
                  <a:pt x="161" y="199"/>
                </a:cubicBezTo>
                <a:cubicBezTo>
                  <a:pt x="161" y="199"/>
                  <a:pt x="161" y="199"/>
                  <a:pt x="161" y="199"/>
                </a:cubicBezTo>
                <a:cubicBezTo>
                  <a:pt x="172" y="199"/>
                  <a:pt x="180" y="191"/>
                  <a:pt x="180" y="181"/>
                </a:cubicBezTo>
                <a:cubicBezTo>
                  <a:pt x="180" y="177"/>
                  <a:pt x="178" y="174"/>
                  <a:pt x="176" y="171"/>
                </a:cubicBezTo>
                <a:cubicBezTo>
                  <a:pt x="184" y="168"/>
                  <a:pt x="189" y="162"/>
                  <a:pt x="189" y="153"/>
                </a:cubicBezTo>
                <a:cubicBezTo>
                  <a:pt x="189" y="149"/>
                  <a:pt x="188" y="146"/>
                  <a:pt x="185" y="143"/>
                </a:cubicBezTo>
                <a:cubicBezTo>
                  <a:pt x="193" y="140"/>
                  <a:pt x="198" y="133"/>
                  <a:pt x="198" y="125"/>
                </a:cubicBezTo>
                <a:cubicBezTo>
                  <a:pt x="198" y="121"/>
                  <a:pt x="197" y="117"/>
                  <a:pt x="194" y="114"/>
                </a:cubicBezTo>
                <a:cubicBezTo>
                  <a:pt x="202" y="112"/>
                  <a:pt x="208" y="105"/>
                  <a:pt x="208" y="97"/>
                </a:cubicBezTo>
                <a:close/>
                <a:moveTo>
                  <a:pt x="190" y="107"/>
                </a:moveTo>
                <a:cubicBezTo>
                  <a:pt x="180" y="107"/>
                  <a:pt x="180" y="107"/>
                  <a:pt x="180" y="107"/>
                </a:cubicBezTo>
                <a:cubicBezTo>
                  <a:pt x="176" y="107"/>
                  <a:pt x="176" y="107"/>
                  <a:pt x="176" y="107"/>
                </a:cubicBezTo>
                <a:cubicBezTo>
                  <a:pt x="176" y="115"/>
                  <a:pt x="176" y="115"/>
                  <a:pt x="176" y="115"/>
                </a:cubicBezTo>
                <a:cubicBezTo>
                  <a:pt x="180" y="115"/>
                  <a:pt x="180" y="115"/>
                  <a:pt x="180" y="115"/>
                </a:cubicBezTo>
                <a:cubicBezTo>
                  <a:pt x="185" y="115"/>
                  <a:pt x="190" y="119"/>
                  <a:pt x="190" y="125"/>
                </a:cubicBezTo>
                <a:cubicBezTo>
                  <a:pt x="190" y="131"/>
                  <a:pt x="185" y="135"/>
                  <a:pt x="180" y="135"/>
                </a:cubicBezTo>
                <a:cubicBezTo>
                  <a:pt x="171" y="135"/>
                  <a:pt x="171" y="135"/>
                  <a:pt x="171" y="135"/>
                </a:cubicBezTo>
                <a:cubicBezTo>
                  <a:pt x="168" y="135"/>
                  <a:pt x="168" y="135"/>
                  <a:pt x="168" y="135"/>
                </a:cubicBezTo>
                <a:cubicBezTo>
                  <a:pt x="168" y="143"/>
                  <a:pt x="168" y="143"/>
                  <a:pt x="168" y="143"/>
                </a:cubicBezTo>
                <a:cubicBezTo>
                  <a:pt x="171" y="143"/>
                  <a:pt x="171" y="143"/>
                  <a:pt x="171" y="143"/>
                </a:cubicBezTo>
                <a:cubicBezTo>
                  <a:pt x="177" y="143"/>
                  <a:pt x="181" y="148"/>
                  <a:pt x="181" y="153"/>
                </a:cubicBezTo>
                <a:cubicBezTo>
                  <a:pt x="181" y="159"/>
                  <a:pt x="177" y="163"/>
                  <a:pt x="171" y="163"/>
                </a:cubicBezTo>
                <a:cubicBezTo>
                  <a:pt x="161" y="163"/>
                  <a:pt x="161" y="163"/>
                  <a:pt x="161" y="163"/>
                </a:cubicBezTo>
                <a:cubicBezTo>
                  <a:pt x="160" y="163"/>
                  <a:pt x="160" y="163"/>
                  <a:pt x="160" y="163"/>
                </a:cubicBezTo>
                <a:cubicBezTo>
                  <a:pt x="160" y="171"/>
                  <a:pt x="160" y="171"/>
                  <a:pt x="160" y="171"/>
                </a:cubicBezTo>
                <a:cubicBezTo>
                  <a:pt x="161" y="171"/>
                  <a:pt x="161" y="171"/>
                  <a:pt x="161" y="171"/>
                </a:cubicBezTo>
                <a:cubicBezTo>
                  <a:pt x="167" y="171"/>
                  <a:pt x="172" y="176"/>
                  <a:pt x="172" y="181"/>
                </a:cubicBezTo>
                <a:cubicBezTo>
                  <a:pt x="172" y="187"/>
                  <a:pt x="167" y="191"/>
                  <a:pt x="161" y="191"/>
                </a:cubicBezTo>
                <a:cubicBezTo>
                  <a:pt x="151" y="191"/>
                  <a:pt x="151" y="191"/>
                  <a:pt x="151" y="191"/>
                </a:cubicBezTo>
                <a:cubicBezTo>
                  <a:pt x="151" y="191"/>
                  <a:pt x="151" y="191"/>
                  <a:pt x="151" y="191"/>
                </a:cubicBezTo>
                <a:cubicBezTo>
                  <a:pt x="98" y="191"/>
                  <a:pt x="98" y="191"/>
                  <a:pt x="98" y="191"/>
                </a:cubicBezTo>
                <a:cubicBezTo>
                  <a:pt x="91" y="191"/>
                  <a:pt x="77" y="185"/>
                  <a:pt x="66" y="180"/>
                </a:cubicBezTo>
                <a:cubicBezTo>
                  <a:pt x="55" y="175"/>
                  <a:pt x="48" y="172"/>
                  <a:pt x="44" y="172"/>
                </a:cubicBezTo>
                <a:cubicBezTo>
                  <a:pt x="8" y="172"/>
                  <a:pt x="8" y="172"/>
                  <a:pt x="8" y="172"/>
                </a:cubicBezTo>
                <a:cubicBezTo>
                  <a:pt x="8" y="95"/>
                  <a:pt x="8" y="95"/>
                  <a:pt x="8" y="95"/>
                </a:cubicBezTo>
                <a:cubicBezTo>
                  <a:pt x="15" y="95"/>
                  <a:pt x="31" y="95"/>
                  <a:pt x="41" y="95"/>
                </a:cubicBezTo>
                <a:cubicBezTo>
                  <a:pt x="56" y="95"/>
                  <a:pt x="64" y="89"/>
                  <a:pt x="84" y="71"/>
                </a:cubicBezTo>
                <a:cubicBezTo>
                  <a:pt x="106" y="53"/>
                  <a:pt x="107" y="19"/>
                  <a:pt x="107" y="13"/>
                </a:cubicBezTo>
                <a:cubicBezTo>
                  <a:pt x="107" y="10"/>
                  <a:pt x="112" y="8"/>
                  <a:pt x="115" y="8"/>
                </a:cubicBezTo>
                <a:cubicBezTo>
                  <a:pt x="119" y="8"/>
                  <a:pt x="129" y="8"/>
                  <a:pt x="129" y="29"/>
                </a:cubicBezTo>
                <a:cubicBezTo>
                  <a:pt x="129" y="55"/>
                  <a:pt x="115" y="81"/>
                  <a:pt x="115" y="82"/>
                </a:cubicBezTo>
                <a:cubicBezTo>
                  <a:pt x="112" y="87"/>
                  <a:pt x="112" y="87"/>
                  <a:pt x="112" y="87"/>
                </a:cubicBezTo>
                <a:cubicBezTo>
                  <a:pt x="138" y="87"/>
                  <a:pt x="138" y="87"/>
                  <a:pt x="138" y="87"/>
                </a:cubicBezTo>
                <a:cubicBezTo>
                  <a:pt x="155" y="87"/>
                  <a:pt x="155" y="87"/>
                  <a:pt x="155" y="87"/>
                </a:cubicBezTo>
                <a:cubicBezTo>
                  <a:pt x="161" y="87"/>
                  <a:pt x="161" y="87"/>
                  <a:pt x="161" y="87"/>
                </a:cubicBezTo>
                <a:cubicBezTo>
                  <a:pt x="161" y="87"/>
                  <a:pt x="161" y="87"/>
                  <a:pt x="161" y="87"/>
                </a:cubicBezTo>
                <a:cubicBezTo>
                  <a:pt x="190" y="87"/>
                  <a:pt x="190" y="87"/>
                  <a:pt x="190" y="87"/>
                </a:cubicBezTo>
                <a:cubicBezTo>
                  <a:pt x="196" y="87"/>
                  <a:pt x="200" y="91"/>
                  <a:pt x="200" y="97"/>
                </a:cubicBezTo>
                <a:cubicBezTo>
                  <a:pt x="200" y="102"/>
                  <a:pt x="196" y="107"/>
                  <a:pt x="190" y="107"/>
                </a:cubicBezTo>
                <a:close/>
              </a:path>
            </a:pathLst>
          </a:custGeom>
          <a:solidFill>
            <a:srgbClr val="0A0B0C"/>
          </a:solidFill>
          <a:ln w="19050">
            <a:solidFill>
              <a:srgbClr val="0A0B0C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accent4"/>
              </a:solidFill>
              <a:latin typeface="Calibri" pitchFamily="34" charset="0"/>
            </a:endParaRP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CB4043ED-3CDB-A78E-C996-9B7C29477E85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A23CEB-0AF7-366A-F5C9-60604AD03B1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6147" y="4550171"/>
            <a:ext cx="6130609" cy="202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085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6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6619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732" r:id="rId18"/>
    <p:sldLayoutId id="2147483733" r:id="rId19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023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84ABB1F-33E5-4C3C-A6FD-1756FA44543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A31CC24-3B64-4C43-87D2-2DDD40FA0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4126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4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8.xml"/><Relationship Id="rId6" Type="http://schemas.openxmlformats.org/officeDocument/2006/relationships/hyperlink" Target="https://tmurgent.com/APPV/en/resources/report-cards/129-reportcards/659-report-card-msix-2026" TargetMode="External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6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20.pn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.jpe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4.png"/><Relationship Id="rId9" Type="http://schemas.microsoft.com/office/2007/relationships/diagramDrawing" Target="../diagrams/drawing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C9440-41FD-CC73-9E00-5B63C8A34B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508272"/>
            <a:ext cx="9440034" cy="1828801"/>
          </a:xfrm>
        </p:spPr>
        <p:txBody>
          <a:bodyPr/>
          <a:lstStyle/>
          <a:p>
            <a:r>
              <a:rPr lang="en-US" b="1" dirty="0"/>
              <a:t>The Enterprise</a:t>
            </a:r>
            <a:br>
              <a:rPr lang="en-US" b="1" dirty="0"/>
            </a:br>
            <a:r>
              <a:rPr lang="en-US" b="1" dirty="0"/>
              <a:t>Application Pipeline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A65B0C-C752-7F4C-B55C-9FEC084460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592010"/>
          </a:xfrm>
        </p:spPr>
        <p:txBody>
          <a:bodyPr>
            <a:normAutofit/>
          </a:bodyPr>
          <a:lstStyle/>
          <a:p>
            <a:r>
              <a:rPr lang="en-US" sz="3200" dirty="0"/>
              <a:t>Framework and Language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D3BFD2A-7170-4B29-4DDA-ACF510B55FD2}"/>
              </a:ext>
            </a:extLst>
          </p:cNvPr>
          <p:cNvSpPr txBox="1">
            <a:spLocks/>
          </p:cNvSpPr>
          <p:nvPr/>
        </p:nvSpPr>
        <p:spPr>
          <a:xfrm>
            <a:off x="1524000" y="4632262"/>
            <a:ext cx="9144000" cy="5920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For and by the Community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0636B7-9A7A-E702-6BC8-DEA56210CE7C}"/>
              </a:ext>
            </a:extLst>
          </p:cNvPr>
          <p:cNvSpPr txBox="1"/>
          <p:nvPr/>
        </p:nvSpPr>
        <p:spPr>
          <a:xfrm>
            <a:off x="1426779" y="5662486"/>
            <a:ext cx="14734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 Mangan</a:t>
            </a:r>
          </a:p>
          <a:p>
            <a:r>
              <a:rPr lang="en-US" dirty="0"/>
              <a:t>TMurgent</a:t>
            </a:r>
          </a:p>
        </p:txBody>
      </p:sp>
    </p:spTree>
    <p:extLst>
      <p:ext uri="{BB962C8B-B14F-4D97-AF65-F5344CB8AC3E}">
        <p14:creationId xmlns:p14="http://schemas.microsoft.com/office/powerpoint/2010/main" val="270741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A260-4652-AB7E-114E-6C6043E86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799" y="1012667"/>
            <a:ext cx="8974402" cy="763793"/>
          </a:xfrm>
        </p:spPr>
        <p:txBody>
          <a:bodyPr/>
          <a:lstStyle/>
          <a:p>
            <a:r>
              <a:rPr lang="en-US" dirty="0"/>
              <a:t>The Enterprise</a:t>
            </a:r>
            <a:br>
              <a:rPr lang="en-US" dirty="0"/>
            </a:br>
            <a:r>
              <a:rPr lang="en-US" dirty="0"/>
              <a:t>Application Pipeline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8DD8B1-C48D-8986-CC84-FBDA2D384B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1720" y="2242457"/>
            <a:ext cx="4864980" cy="1334960"/>
          </a:xfrm>
        </p:spPr>
        <p:txBody>
          <a:bodyPr/>
          <a:lstStyle/>
          <a:p>
            <a:r>
              <a:rPr lang="en-US" sz="2800" dirty="0"/>
              <a:t>Framework and Language</a:t>
            </a:r>
          </a:p>
          <a:p>
            <a:endParaRPr lang="en-US" dirty="0"/>
          </a:p>
          <a:p>
            <a:r>
              <a:rPr lang="en-US" dirty="0"/>
              <a:t>For and by the Community</a:t>
            </a:r>
          </a:p>
          <a:p>
            <a:endParaRPr lang="en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B7668B-1D90-0CFD-CA52-6516E3748839}"/>
              </a:ext>
            </a:extLst>
          </p:cNvPr>
          <p:cNvSpPr txBox="1"/>
          <p:nvPr/>
        </p:nvSpPr>
        <p:spPr>
          <a:xfrm>
            <a:off x="341720" y="4425310"/>
            <a:ext cx="14927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Tim Mangan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TMurgent</a:t>
            </a:r>
          </a:p>
        </p:txBody>
      </p:sp>
    </p:spTree>
    <p:extLst>
      <p:ext uri="{BB962C8B-B14F-4D97-AF65-F5344CB8AC3E}">
        <p14:creationId xmlns:p14="http://schemas.microsoft.com/office/powerpoint/2010/main" val="3893596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3C6E9C-A06F-950C-4AE7-A2FDC020FDBA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r>
              <a:rPr lang="en-US" dirty="0"/>
              <a:t>Thank you </a:t>
            </a:r>
            <a:r>
              <a:rPr lang="en-US" dirty="0" err="1"/>
              <a:t>LoginVSI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4585FB2-9B2C-A112-C193-4E8808A5A2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787" b="31016"/>
          <a:stretch>
            <a:fillRect/>
          </a:stretch>
        </p:blipFill>
        <p:spPr bwMode="auto">
          <a:xfrm>
            <a:off x="3882044" y="3214567"/>
            <a:ext cx="3981537" cy="1281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">
            <a:extLst>
              <a:ext uri="{FF2B5EF4-FFF2-40B4-BE49-F238E27FC236}">
                <a16:creationId xmlns:a16="http://schemas.microsoft.com/office/drawing/2014/main" id="{165B2FD5-977C-7B8B-406A-D0BC42D60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7CD924F0-86F4-A616-4837-C0BD2EE2B444}"/>
              </a:ext>
            </a:extLst>
          </p:cNvPr>
          <p:cNvSpPr txBox="1">
            <a:spLocks/>
          </p:cNvSpPr>
          <p:nvPr/>
        </p:nvSpPr>
        <p:spPr>
          <a:xfrm>
            <a:off x="2404949" y="1999031"/>
            <a:ext cx="7382102" cy="53097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>
                <a:solidFill>
                  <a:srgbClr val="040819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1010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1010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1010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1010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Thanks to Workplace Ninja Boston’s 2026 sponsor:</a:t>
            </a:r>
          </a:p>
        </p:txBody>
      </p:sp>
    </p:spTree>
    <p:extLst>
      <p:ext uri="{BB962C8B-B14F-4D97-AF65-F5344CB8AC3E}">
        <p14:creationId xmlns:p14="http://schemas.microsoft.com/office/powerpoint/2010/main" val="4210144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904FB5D-06A5-25B2-4BF8-BE435D2FAE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334"/>
          <a:stretch>
            <a:fillRect/>
          </a:stretch>
        </p:blipFill>
        <p:spPr>
          <a:xfrm>
            <a:off x="-8622" y="10"/>
            <a:ext cx="6096000" cy="3383270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2B3BC92-968D-B65E-9FD6-BE9C9E317F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929"/>
          <a:stretch>
            <a:fillRect/>
          </a:stretch>
        </p:blipFill>
        <p:spPr>
          <a:xfrm>
            <a:off x="-10647" y="3429000"/>
            <a:ext cx="6096000" cy="34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CA4031-4598-4F32-3126-AF8BF766E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0669" y="942984"/>
            <a:ext cx="10353762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3200" dirty="0">
                <a:solidFill>
                  <a:schemeClr val="tx1"/>
                </a:solidFill>
              </a:rPr>
              <a:t>Token slide about MSIX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8EE6D50-BC5F-E616-6F15-A9446E84F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6208" y="1913435"/>
            <a:ext cx="5306021" cy="2440852"/>
          </a:xfrm>
        </p:spPr>
        <p:txBody>
          <a:bodyPr anchor="t">
            <a:norm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Better than App-V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Automatable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New OS integrations only via MSIX</a:t>
            </a:r>
          </a:p>
          <a:p>
            <a:endParaRPr lang="en-US" sz="1800" b="1" dirty="0">
              <a:solidFill>
                <a:schemeClr val="tx1"/>
              </a:solidFill>
            </a:endParaRPr>
          </a:p>
          <a:p>
            <a:pPr marL="36900" indent="0">
              <a:buNone/>
            </a:pPr>
            <a:endParaRPr lang="en-US" sz="1800" b="1" dirty="0">
              <a:solidFill>
                <a:schemeClr val="tx1"/>
              </a:solidFill>
            </a:endParaRPr>
          </a:p>
          <a:p>
            <a:pPr marL="36900" indent="0">
              <a:buNone/>
            </a:pPr>
            <a:endParaRPr lang="en-US" sz="1800" dirty="0">
              <a:solidFill>
                <a:schemeClr val="tx1"/>
              </a:solidFill>
              <a:hlinkClick r:id="rId6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36900" indent="0">
              <a:buNone/>
            </a:pPr>
            <a:endParaRPr lang="en-US" sz="1800" dirty="0">
              <a:solidFill>
                <a:schemeClr val="tx1"/>
              </a:solidFill>
              <a:hlinkClick r:id="rId6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36900" indent="0">
              <a:buNone/>
            </a:pPr>
            <a:endParaRPr lang="en-US" sz="1800" dirty="0">
              <a:solidFill>
                <a:schemeClr val="tx1"/>
              </a:solidFill>
              <a:hlinkClick r:id="rId6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72DECB-FB09-E819-DBFD-3927E203CD79}"/>
              </a:ext>
            </a:extLst>
          </p:cNvPr>
          <p:cNvSpPr txBox="1"/>
          <p:nvPr/>
        </p:nvSpPr>
        <p:spPr>
          <a:xfrm>
            <a:off x="6421522" y="5268685"/>
            <a:ext cx="5306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https://tmurgent.com/APPV/en/resources/report-cards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260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314CF5-4E9D-E428-120E-81B7024D2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C224410-FF86-4FBB-A05E-61232D4B1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F3BDD110-869E-4A8C-9250-C7AE5C840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2" y="-2"/>
            <a:ext cx="6088698" cy="6858002"/>
          </a:xfrm>
          <a:custGeom>
            <a:avLst/>
            <a:gdLst>
              <a:gd name="connsiteX0" fmla="*/ 0 w 6088698"/>
              <a:gd name="connsiteY0" fmla="*/ 0 h 6858002"/>
              <a:gd name="connsiteX1" fmla="*/ 2610464 w 6088698"/>
              <a:gd name="connsiteY1" fmla="*/ 0 h 6858002"/>
              <a:gd name="connsiteX2" fmla="*/ 2610464 w 6088698"/>
              <a:gd name="connsiteY2" fmla="*/ 3 h 6858002"/>
              <a:gd name="connsiteX3" fmla="*/ 5749313 w 6088698"/>
              <a:gd name="connsiteY3" fmla="*/ 3 h 6858002"/>
              <a:gd name="connsiteX4" fmla="*/ 5749313 w 6088698"/>
              <a:gd name="connsiteY4" fmla="*/ 4 h 6858002"/>
              <a:gd name="connsiteX5" fmla="*/ 5740011 w 6088698"/>
              <a:gd name="connsiteY5" fmla="*/ 4 h 6858002"/>
              <a:gd name="connsiteX6" fmla="*/ 5748114 w 6088698"/>
              <a:gd name="connsiteY6" fmla="*/ 40466 h 6858002"/>
              <a:gd name="connsiteX7" fmla="*/ 5771963 w 6088698"/>
              <a:gd name="connsiteY7" fmla="*/ 159110 h 6858002"/>
              <a:gd name="connsiteX8" fmla="*/ 5788633 w 6088698"/>
              <a:gd name="connsiteY8" fmla="*/ 245521 h 6858002"/>
              <a:gd name="connsiteX9" fmla="*/ 5806229 w 6088698"/>
              <a:gd name="connsiteY9" fmla="*/ 348391 h 6858002"/>
              <a:gd name="connsiteX10" fmla="*/ 5827299 w 6088698"/>
              <a:gd name="connsiteY10" fmla="*/ 470463 h 6858002"/>
              <a:gd name="connsiteX11" fmla="*/ 5849526 w 6088698"/>
              <a:gd name="connsiteY11" fmla="*/ 605566 h 6858002"/>
              <a:gd name="connsiteX12" fmla="*/ 5872911 w 6088698"/>
              <a:gd name="connsiteY12" fmla="*/ 757813 h 6858002"/>
              <a:gd name="connsiteX13" fmla="*/ 5897684 w 6088698"/>
              <a:gd name="connsiteY13" fmla="*/ 923777 h 6858002"/>
              <a:gd name="connsiteX14" fmla="*/ 5922459 w 6088698"/>
              <a:gd name="connsiteY14" fmla="*/ 1104142 h 6858002"/>
              <a:gd name="connsiteX15" fmla="*/ 5947695 w 6088698"/>
              <a:gd name="connsiteY15" fmla="*/ 1296166 h 6858002"/>
              <a:gd name="connsiteX16" fmla="*/ 5971079 w 6088698"/>
              <a:gd name="connsiteY16" fmla="*/ 1503278 h 6858002"/>
              <a:gd name="connsiteX17" fmla="*/ 5993538 w 6088698"/>
              <a:gd name="connsiteY17" fmla="*/ 1719991 h 6858002"/>
              <a:gd name="connsiteX18" fmla="*/ 6013913 w 6088698"/>
              <a:gd name="connsiteY18" fmla="*/ 1949048 h 6858002"/>
              <a:gd name="connsiteX19" fmla="*/ 6033361 w 6088698"/>
              <a:gd name="connsiteY19" fmla="*/ 2187706 h 6858002"/>
              <a:gd name="connsiteX20" fmla="*/ 6051654 w 6088698"/>
              <a:gd name="connsiteY20" fmla="*/ 2436652 h 6858002"/>
              <a:gd name="connsiteX21" fmla="*/ 6058136 w 6088698"/>
              <a:gd name="connsiteY21" fmla="*/ 2564211 h 6858002"/>
              <a:gd name="connsiteX22" fmla="*/ 6065314 w 6088698"/>
              <a:gd name="connsiteY22" fmla="*/ 2694512 h 6858002"/>
              <a:gd name="connsiteX23" fmla="*/ 6072027 w 6088698"/>
              <a:gd name="connsiteY23" fmla="*/ 2826871 h 6858002"/>
              <a:gd name="connsiteX24" fmla="*/ 6076427 w 6088698"/>
              <a:gd name="connsiteY24" fmla="*/ 2959917 h 6858002"/>
              <a:gd name="connsiteX25" fmla="*/ 6080363 w 6088698"/>
              <a:gd name="connsiteY25" fmla="*/ 3095705 h 6858002"/>
              <a:gd name="connsiteX26" fmla="*/ 6084530 w 6088698"/>
              <a:gd name="connsiteY26" fmla="*/ 3232865 h 6858002"/>
              <a:gd name="connsiteX27" fmla="*/ 6087308 w 6088698"/>
              <a:gd name="connsiteY27" fmla="*/ 3372768 h 6858002"/>
              <a:gd name="connsiteX28" fmla="*/ 6087308 w 6088698"/>
              <a:gd name="connsiteY28" fmla="*/ 3514043 h 6858002"/>
              <a:gd name="connsiteX29" fmla="*/ 6088698 w 6088698"/>
              <a:gd name="connsiteY29" fmla="*/ 3656689 h 6858002"/>
              <a:gd name="connsiteX30" fmla="*/ 6087308 w 6088698"/>
              <a:gd name="connsiteY30" fmla="*/ 3800707 h 6858002"/>
              <a:gd name="connsiteX31" fmla="*/ 6084530 w 6088698"/>
              <a:gd name="connsiteY31" fmla="*/ 3946783 h 6858002"/>
              <a:gd name="connsiteX32" fmla="*/ 6081983 w 6088698"/>
              <a:gd name="connsiteY32" fmla="*/ 4092858 h 6858002"/>
              <a:gd name="connsiteX33" fmla="*/ 6076427 w 6088698"/>
              <a:gd name="connsiteY33" fmla="*/ 4240991 h 6858002"/>
              <a:gd name="connsiteX34" fmla="*/ 6070639 w 6088698"/>
              <a:gd name="connsiteY34" fmla="*/ 4390495 h 6858002"/>
              <a:gd name="connsiteX35" fmla="*/ 6063924 w 6088698"/>
              <a:gd name="connsiteY35" fmla="*/ 4540000 h 6858002"/>
              <a:gd name="connsiteX36" fmla="*/ 6054432 w 6088698"/>
              <a:gd name="connsiteY36" fmla="*/ 4690876 h 6858002"/>
              <a:gd name="connsiteX37" fmla="*/ 6043086 w 6088698"/>
              <a:gd name="connsiteY37" fmla="*/ 4843123 h 6858002"/>
              <a:gd name="connsiteX38" fmla="*/ 6032204 w 6088698"/>
              <a:gd name="connsiteY38" fmla="*/ 4996057 h 6858002"/>
              <a:gd name="connsiteX39" fmla="*/ 6018313 w 6088698"/>
              <a:gd name="connsiteY39" fmla="*/ 5148990 h 6858002"/>
              <a:gd name="connsiteX40" fmla="*/ 6001642 w 6088698"/>
              <a:gd name="connsiteY40" fmla="*/ 5303981 h 6858002"/>
              <a:gd name="connsiteX41" fmla="*/ 5984972 w 6088698"/>
              <a:gd name="connsiteY41" fmla="*/ 5456914 h 6858002"/>
              <a:gd name="connsiteX42" fmla="*/ 5965754 w 6088698"/>
              <a:gd name="connsiteY42" fmla="*/ 5612591 h 6858002"/>
              <a:gd name="connsiteX43" fmla="*/ 5944685 w 6088698"/>
              <a:gd name="connsiteY43" fmla="*/ 5768953 h 6858002"/>
              <a:gd name="connsiteX44" fmla="*/ 5922459 w 6088698"/>
              <a:gd name="connsiteY44" fmla="*/ 5923258 h 6858002"/>
              <a:gd name="connsiteX45" fmla="*/ 5896527 w 6088698"/>
              <a:gd name="connsiteY45" fmla="*/ 6079621 h 6858002"/>
              <a:gd name="connsiteX46" fmla="*/ 5868743 w 6088698"/>
              <a:gd name="connsiteY46" fmla="*/ 6235297 h 6858002"/>
              <a:gd name="connsiteX47" fmla="*/ 5841190 w 6088698"/>
              <a:gd name="connsiteY47" fmla="*/ 6391660 h 6858002"/>
              <a:gd name="connsiteX48" fmla="*/ 5809008 w 6088698"/>
              <a:gd name="connsiteY48" fmla="*/ 6547336 h 6858002"/>
              <a:gd name="connsiteX49" fmla="*/ 5776130 w 6088698"/>
              <a:gd name="connsiteY49" fmla="*/ 6702327 h 6858002"/>
              <a:gd name="connsiteX50" fmla="*/ 5741633 w 6088698"/>
              <a:gd name="connsiteY50" fmla="*/ 6858002 h 6858002"/>
              <a:gd name="connsiteX51" fmla="*/ 2610464 w 6088698"/>
              <a:gd name="connsiteY51" fmla="*/ 6858002 h 6858002"/>
              <a:gd name="connsiteX52" fmla="*/ 0 w 6088698"/>
              <a:gd name="connsiteY52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6088698" h="6858002">
                <a:moveTo>
                  <a:pt x="0" y="0"/>
                </a:moveTo>
                <a:lnTo>
                  <a:pt x="2610464" y="0"/>
                </a:lnTo>
                <a:lnTo>
                  <a:pt x="2610464" y="3"/>
                </a:lnTo>
                <a:lnTo>
                  <a:pt x="5749313" y="3"/>
                </a:lnTo>
                <a:lnTo>
                  <a:pt x="5749313" y="4"/>
                </a:lnTo>
                <a:lnTo>
                  <a:pt x="5740011" y="4"/>
                </a:lnTo>
                <a:lnTo>
                  <a:pt x="5748114" y="40466"/>
                </a:lnTo>
                <a:lnTo>
                  <a:pt x="5771963" y="159110"/>
                </a:lnTo>
                <a:lnTo>
                  <a:pt x="5788633" y="245521"/>
                </a:lnTo>
                <a:lnTo>
                  <a:pt x="5806229" y="348391"/>
                </a:lnTo>
                <a:lnTo>
                  <a:pt x="5827299" y="470463"/>
                </a:lnTo>
                <a:lnTo>
                  <a:pt x="5849526" y="605566"/>
                </a:lnTo>
                <a:lnTo>
                  <a:pt x="5872911" y="757813"/>
                </a:lnTo>
                <a:lnTo>
                  <a:pt x="5897684" y="923777"/>
                </a:lnTo>
                <a:lnTo>
                  <a:pt x="5922459" y="1104142"/>
                </a:lnTo>
                <a:lnTo>
                  <a:pt x="5947695" y="1296166"/>
                </a:lnTo>
                <a:lnTo>
                  <a:pt x="5971079" y="1503278"/>
                </a:lnTo>
                <a:lnTo>
                  <a:pt x="5993538" y="1719991"/>
                </a:lnTo>
                <a:lnTo>
                  <a:pt x="6013913" y="1949048"/>
                </a:lnTo>
                <a:lnTo>
                  <a:pt x="6033361" y="2187706"/>
                </a:lnTo>
                <a:lnTo>
                  <a:pt x="6051654" y="2436652"/>
                </a:lnTo>
                <a:lnTo>
                  <a:pt x="6058136" y="2564211"/>
                </a:lnTo>
                <a:lnTo>
                  <a:pt x="6065314" y="2694512"/>
                </a:lnTo>
                <a:lnTo>
                  <a:pt x="6072027" y="2826871"/>
                </a:lnTo>
                <a:lnTo>
                  <a:pt x="6076427" y="2959917"/>
                </a:lnTo>
                <a:lnTo>
                  <a:pt x="6080363" y="3095705"/>
                </a:lnTo>
                <a:lnTo>
                  <a:pt x="6084530" y="3232865"/>
                </a:lnTo>
                <a:lnTo>
                  <a:pt x="6087308" y="3372768"/>
                </a:lnTo>
                <a:lnTo>
                  <a:pt x="6087308" y="3514043"/>
                </a:lnTo>
                <a:lnTo>
                  <a:pt x="6088698" y="3656689"/>
                </a:lnTo>
                <a:lnTo>
                  <a:pt x="6087308" y="3800707"/>
                </a:lnTo>
                <a:lnTo>
                  <a:pt x="6084530" y="3946783"/>
                </a:lnTo>
                <a:lnTo>
                  <a:pt x="6081983" y="4092858"/>
                </a:lnTo>
                <a:lnTo>
                  <a:pt x="6076427" y="4240991"/>
                </a:lnTo>
                <a:lnTo>
                  <a:pt x="6070639" y="4390495"/>
                </a:lnTo>
                <a:lnTo>
                  <a:pt x="6063924" y="4540000"/>
                </a:lnTo>
                <a:lnTo>
                  <a:pt x="6054432" y="4690876"/>
                </a:lnTo>
                <a:lnTo>
                  <a:pt x="6043086" y="4843123"/>
                </a:lnTo>
                <a:lnTo>
                  <a:pt x="6032204" y="4996057"/>
                </a:lnTo>
                <a:lnTo>
                  <a:pt x="6018313" y="5148990"/>
                </a:lnTo>
                <a:lnTo>
                  <a:pt x="6001642" y="5303981"/>
                </a:lnTo>
                <a:lnTo>
                  <a:pt x="5984972" y="5456914"/>
                </a:lnTo>
                <a:lnTo>
                  <a:pt x="5965754" y="5612591"/>
                </a:lnTo>
                <a:lnTo>
                  <a:pt x="5944685" y="5768953"/>
                </a:lnTo>
                <a:lnTo>
                  <a:pt x="5922459" y="5923258"/>
                </a:lnTo>
                <a:lnTo>
                  <a:pt x="5896527" y="6079621"/>
                </a:lnTo>
                <a:lnTo>
                  <a:pt x="5868743" y="6235297"/>
                </a:lnTo>
                <a:lnTo>
                  <a:pt x="5841190" y="6391660"/>
                </a:lnTo>
                <a:lnTo>
                  <a:pt x="5809008" y="6547336"/>
                </a:lnTo>
                <a:lnTo>
                  <a:pt x="5776130" y="6702327"/>
                </a:lnTo>
                <a:lnTo>
                  <a:pt x="5741633" y="6858002"/>
                </a:lnTo>
                <a:lnTo>
                  <a:pt x="2610464" y="6858002"/>
                </a:lnTo>
                <a:lnTo>
                  <a:pt x="0" y="6858002"/>
                </a:lnTo>
                <a:close/>
              </a:path>
            </a:pathLst>
          </a:cu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BF7411-DBBF-0BF9-562E-1F1307D27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506" y="1118808"/>
            <a:ext cx="4671467" cy="4747683"/>
          </a:xfrm>
        </p:spPr>
        <p:txBody>
          <a:bodyPr anchor="ctr">
            <a:normAutofit/>
          </a:bodyPr>
          <a:lstStyle/>
          <a:p>
            <a:pPr algn="l"/>
            <a:r>
              <a:rPr lang="en-US" sz="6600" dirty="0">
                <a:effectLst/>
              </a:rPr>
              <a:t>The Enterprise Application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6EEB5-7780-ACCB-477D-0186CEAA8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2417" y="1055158"/>
            <a:ext cx="5049763" cy="4747681"/>
          </a:xfrm>
          <a:effectLst/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3200" i="1" dirty="0">
                <a:solidFill>
                  <a:schemeClr val="tx1"/>
                </a:solidFill>
              </a:rPr>
              <a:t>A standard operating model for dealing with Windows Applications in any organization</a:t>
            </a:r>
          </a:p>
          <a:p>
            <a:pPr marL="0" indent="0">
              <a:buNone/>
            </a:pPr>
            <a:endParaRPr lang="en-US" sz="3200" i="1" dirty="0">
              <a:solidFill>
                <a:schemeClr val="tx1"/>
              </a:solidFill>
            </a:endParaRPr>
          </a:p>
          <a:p>
            <a:pPr marL="80100" indent="0">
              <a:buNone/>
            </a:pPr>
            <a:r>
              <a:rPr lang="en-US" sz="3400" i="1" dirty="0">
                <a:solidFill>
                  <a:schemeClr val="tx1"/>
                </a:solidFill>
              </a:rPr>
              <a:t>A common language for all the industry that is independent of technology.</a:t>
            </a:r>
          </a:p>
        </p:txBody>
      </p:sp>
    </p:spTree>
    <p:extLst>
      <p:ext uri="{BB962C8B-B14F-4D97-AF65-F5344CB8AC3E}">
        <p14:creationId xmlns:p14="http://schemas.microsoft.com/office/powerpoint/2010/main" val="3516515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EDEE3-E467-681E-27DA-75E98A6AF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F898A-EC0A-54CE-7FD8-42630B0ED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732449"/>
            <a:ext cx="10674825" cy="405875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Application sprawl</a:t>
            </a:r>
          </a:p>
          <a:p>
            <a:pPr>
              <a:buFont typeface="Aptos" panose="020B0004020202020204" pitchFamily="34" charset="0"/>
              <a:buChar char="+"/>
            </a:pPr>
            <a:r>
              <a:rPr lang="en-US" sz="2800" dirty="0"/>
              <a:t>Security risks must be addressed</a:t>
            </a:r>
          </a:p>
          <a:p>
            <a:pPr>
              <a:buFont typeface="Aptos" panose="020B0004020202020204" pitchFamily="34" charset="0"/>
              <a:buChar char="+"/>
            </a:pPr>
            <a:r>
              <a:rPr lang="en-US" sz="2800" dirty="0"/>
              <a:t>App delivery backlogs</a:t>
            </a:r>
          </a:p>
          <a:p>
            <a:pPr>
              <a:buFont typeface="Aptos" panose="020B0004020202020204" pitchFamily="34" charset="0"/>
              <a:buChar char="+"/>
            </a:pPr>
            <a:r>
              <a:rPr lang="en-US" sz="2800" dirty="0"/>
              <a:t>Manual Processes</a:t>
            </a:r>
          </a:p>
          <a:p>
            <a:pPr>
              <a:buFont typeface="Aptos" panose="020B0004020202020204" pitchFamily="34" charset="0"/>
              <a:buChar char="+"/>
            </a:pPr>
            <a:r>
              <a:rPr lang="en-US" sz="2800" dirty="0"/>
              <a:t>Inconsistency</a:t>
            </a:r>
          </a:p>
          <a:p>
            <a:pPr>
              <a:buFont typeface="Aptos" panose="020B0004020202020204" pitchFamily="34" charset="0"/>
              <a:buChar char="+"/>
            </a:pPr>
            <a:r>
              <a:rPr lang="en-US" sz="2800" dirty="0"/>
              <a:t>Application lifecycles are shortening</a:t>
            </a:r>
          </a:p>
          <a:p>
            <a:pPr marL="0" indent="0">
              <a:buNone/>
            </a:pPr>
            <a:r>
              <a:rPr lang="en-US" sz="2800" dirty="0"/>
              <a:t>= Slower delivery, higher costs, frustrated users, increased tickets.</a:t>
            </a:r>
          </a:p>
        </p:txBody>
      </p:sp>
    </p:spTree>
    <p:extLst>
      <p:ext uri="{BB962C8B-B14F-4D97-AF65-F5344CB8AC3E}">
        <p14:creationId xmlns:p14="http://schemas.microsoft.com/office/powerpoint/2010/main" val="987015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D607A-58A1-D53F-4182-C565551AD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Application Pipeline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899C3-30E1-D6C8-D466-F57F7860C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23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From Ad hoc art, to industrialization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A standard workflow for </a:t>
            </a:r>
            <a:r>
              <a:rPr lang="en-US" sz="2800" u="sng" dirty="0"/>
              <a:t>every</a:t>
            </a:r>
            <a:r>
              <a:rPr lang="en-US" sz="2800" dirty="0"/>
              <a:t> Windows application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Enforced from request to retirement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Integrated with security, deployment, and support.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2B8926-7477-04CA-6822-0C00A4553857}"/>
              </a:ext>
            </a:extLst>
          </p:cNvPr>
          <p:cNvSpPr txBox="1"/>
          <p:nvPr/>
        </p:nvSpPr>
        <p:spPr>
          <a:xfrm>
            <a:off x="1838716" y="4925198"/>
            <a:ext cx="8503920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400" u="sng" dirty="0"/>
              <a:t>Goal:</a:t>
            </a:r>
          </a:p>
          <a:p>
            <a:pPr algn="ctr"/>
            <a:r>
              <a:rPr lang="en-US" sz="2400" i="1" dirty="0"/>
              <a:t>“If an app does not go through the pipeline, it does not exist!”</a:t>
            </a:r>
          </a:p>
        </p:txBody>
      </p:sp>
    </p:spTree>
    <p:extLst>
      <p:ext uri="{BB962C8B-B14F-4D97-AF65-F5344CB8AC3E}">
        <p14:creationId xmlns:p14="http://schemas.microsoft.com/office/powerpoint/2010/main" val="2659984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B28FF-1A8F-1CBF-4147-AA1E7DC18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72276"/>
            <a:ext cx="10353762" cy="970450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Pipeline Reference Architecture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B7BB4F1-C737-1EEA-47D8-ADE5D17F30A9}"/>
              </a:ext>
            </a:extLst>
          </p:cNvPr>
          <p:cNvSpPr/>
          <p:nvPr/>
        </p:nvSpPr>
        <p:spPr>
          <a:xfrm>
            <a:off x="2243974" y="1682612"/>
            <a:ext cx="7560526" cy="45720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Intake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7D67DBD-62F2-2574-C874-548BB0AB366B}"/>
              </a:ext>
            </a:extLst>
          </p:cNvPr>
          <p:cNvSpPr/>
          <p:nvPr/>
        </p:nvSpPr>
        <p:spPr>
          <a:xfrm>
            <a:off x="2243974" y="2421600"/>
            <a:ext cx="7560526" cy="45720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Rationalization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86719B-6535-75BB-094D-EF83883C820F}"/>
              </a:ext>
            </a:extLst>
          </p:cNvPr>
          <p:cNvSpPr/>
          <p:nvPr/>
        </p:nvSpPr>
        <p:spPr>
          <a:xfrm>
            <a:off x="2243974" y="3160588"/>
            <a:ext cx="7560526" cy="45720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Categorization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A26DDD7-8DE5-BF23-1991-0E3F74EA6356}"/>
              </a:ext>
            </a:extLst>
          </p:cNvPr>
          <p:cNvGrpSpPr/>
          <p:nvPr/>
        </p:nvGrpSpPr>
        <p:grpSpPr>
          <a:xfrm>
            <a:off x="2243974" y="3899576"/>
            <a:ext cx="7560526" cy="457200"/>
            <a:chOff x="2523895" y="3629431"/>
            <a:chExt cx="7560526" cy="457200"/>
          </a:xfrm>
          <a:solidFill>
            <a:schemeClr val="accent5"/>
          </a:solidFill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92BC0D84-B424-29FB-9582-6F47FE0E21F2}"/>
                </a:ext>
              </a:extLst>
            </p:cNvPr>
            <p:cNvSpPr/>
            <p:nvPr/>
          </p:nvSpPr>
          <p:spPr>
            <a:xfrm>
              <a:off x="2523895" y="3629431"/>
              <a:ext cx="3572107" cy="4572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Preparation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83D4884-3122-5B4B-90DA-543F61E5B339}"/>
                </a:ext>
              </a:extLst>
            </p:cNvPr>
            <p:cNvSpPr/>
            <p:nvPr/>
          </p:nvSpPr>
          <p:spPr>
            <a:xfrm>
              <a:off x="6512314" y="3629431"/>
              <a:ext cx="3572107" cy="4572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Preparation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CFE4112-6435-52CF-9E81-FCC75409D6BE}"/>
              </a:ext>
            </a:extLst>
          </p:cNvPr>
          <p:cNvGrpSpPr/>
          <p:nvPr/>
        </p:nvGrpSpPr>
        <p:grpSpPr>
          <a:xfrm>
            <a:off x="2243973" y="4638564"/>
            <a:ext cx="7560528" cy="457201"/>
            <a:chOff x="2523893" y="4603885"/>
            <a:chExt cx="7560528" cy="457201"/>
          </a:xfrm>
          <a:solidFill>
            <a:schemeClr val="accent5"/>
          </a:solidFill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7EA73C2-85C9-514B-B927-C22D164FE276}"/>
                </a:ext>
              </a:extLst>
            </p:cNvPr>
            <p:cNvSpPr/>
            <p:nvPr/>
          </p:nvSpPr>
          <p:spPr>
            <a:xfrm>
              <a:off x="2523893" y="4603886"/>
              <a:ext cx="3572107" cy="4572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UAT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70AD359-62E6-95F0-F7D2-128710F9A148}"/>
                </a:ext>
              </a:extLst>
            </p:cNvPr>
            <p:cNvSpPr/>
            <p:nvPr/>
          </p:nvSpPr>
          <p:spPr>
            <a:xfrm>
              <a:off x="6512314" y="4603885"/>
              <a:ext cx="3572107" cy="4572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UAT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A9AA4E4-1E8C-5EDB-6762-2A5DE7034957}"/>
              </a:ext>
            </a:extLst>
          </p:cNvPr>
          <p:cNvGrpSpPr/>
          <p:nvPr/>
        </p:nvGrpSpPr>
        <p:grpSpPr>
          <a:xfrm>
            <a:off x="2243973" y="5377553"/>
            <a:ext cx="7560528" cy="460065"/>
            <a:chOff x="2523893" y="5578341"/>
            <a:chExt cx="7560528" cy="460065"/>
          </a:xfrm>
          <a:solidFill>
            <a:schemeClr val="accent5"/>
          </a:solidFill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1E5B7B5B-0C96-8DDA-8156-6AE86CAB7EFA}"/>
                </a:ext>
              </a:extLst>
            </p:cNvPr>
            <p:cNvSpPr/>
            <p:nvPr/>
          </p:nvSpPr>
          <p:spPr>
            <a:xfrm>
              <a:off x="2523893" y="5578341"/>
              <a:ext cx="3572107" cy="4572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Delivery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6216AFE3-F146-C759-1E43-E0283530122E}"/>
                </a:ext>
              </a:extLst>
            </p:cNvPr>
            <p:cNvSpPr/>
            <p:nvPr/>
          </p:nvSpPr>
          <p:spPr>
            <a:xfrm>
              <a:off x="6512314" y="5581206"/>
              <a:ext cx="3572107" cy="4572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Delivery</a:t>
              </a:r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1349E18-74EC-F88B-40A8-991A76BC6AFD}"/>
              </a:ext>
            </a:extLst>
          </p:cNvPr>
          <p:cNvSpPr/>
          <p:nvPr/>
        </p:nvSpPr>
        <p:spPr>
          <a:xfrm>
            <a:off x="2243974" y="6119407"/>
            <a:ext cx="7560526" cy="45720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Support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1AE89391-C54B-C483-BC87-6A0D03ACABF3}"/>
              </a:ext>
            </a:extLst>
          </p:cNvPr>
          <p:cNvSpPr/>
          <p:nvPr/>
        </p:nvSpPr>
        <p:spPr>
          <a:xfrm>
            <a:off x="5781921" y="2050673"/>
            <a:ext cx="484632" cy="457200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1FE0ACC8-9E28-40E6-2C00-A5E0DAE7F510}"/>
              </a:ext>
            </a:extLst>
          </p:cNvPr>
          <p:cNvSpPr/>
          <p:nvPr/>
        </p:nvSpPr>
        <p:spPr>
          <a:xfrm>
            <a:off x="5781921" y="2766833"/>
            <a:ext cx="484632" cy="457200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8DC70C2-CE80-84D3-CEF6-AD8765E378E1}"/>
              </a:ext>
            </a:extLst>
          </p:cNvPr>
          <p:cNvGrpSpPr/>
          <p:nvPr/>
        </p:nvGrpSpPr>
        <p:grpSpPr>
          <a:xfrm>
            <a:off x="3787710" y="3564480"/>
            <a:ext cx="4473052" cy="457200"/>
            <a:chOff x="4067628" y="3331214"/>
            <a:chExt cx="4473052" cy="457200"/>
          </a:xfrm>
          <a:solidFill>
            <a:schemeClr val="accent3"/>
          </a:solidFill>
        </p:grpSpPr>
        <p:sp>
          <p:nvSpPr>
            <p:cNvPr id="23" name="Arrow: Down 22">
              <a:extLst>
                <a:ext uri="{FF2B5EF4-FFF2-40B4-BE49-F238E27FC236}">
                  <a16:creationId xmlns:a16="http://schemas.microsoft.com/office/drawing/2014/main" id="{4100ED0D-18BF-8E4F-E5F0-D692A99FB201}"/>
                </a:ext>
              </a:extLst>
            </p:cNvPr>
            <p:cNvSpPr/>
            <p:nvPr/>
          </p:nvSpPr>
          <p:spPr>
            <a:xfrm>
              <a:off x="4067628" y="3331214"/>
              <a:ext cx="484632" cy="457200"/>
            </a:xfrm>
            <a:prstGeom prst="downArrow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Arrow: Down 23">
              <a:extLst>
                <a:ext uri="{FF2B5EF4-FFF2-40B4-BE49-F238E27FC236}">
                  <a16:creationId xmlns:a16="http://schemas.microsoft.com/office/drawing/2014/main" id="{91DC33FA-678B-C4A2-92FE-7347F3CF4550}"/>
                </a:ext>
              </a:extLst>
            </p:cNvPr>
            <p:cNvSpPr/>
            <p:nvPr/>
          </p:nvSpPr>
          <p:spPr>
            <a:xfrm>
              <a:off x="8056048" y="3331214"/>
              <a:ext cx="484632" cy="457200"/>
            </a:xfrm>
            <a:prstGeom prst="downArrow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01E0FA0-CD17-DCA9-CB91-7C3D2D8579CB}"/>
              </a:ext>
            </a:extLst>
          </p:cNvPr>
          <p:cNvGrpSpPr/>
          <p:nvPr/>
        </p:nvGrpSpPr>
        <p:grpSpPr>
          <a:xfrm>
            <a:off x="3787710" y="4303468"/>
            <a:ext cx="4473052" cy="457200"/>
            <a:chOff x="4067628" y="3331214"/>
            <a:chExt cx="4473052" cy="457200"/>
          </a:xfrm>
          <a:solidFill>
            <a:schemeClr val="accent3"/>
          </a:solidFill>
        </p:grpSpPr>
        <p:sp>
          <p:nvSpPr>
            <p:cNvPr id="27" name="Arrow: Down 26">
              <a:extLst>
                <a:ext uri="{FF2B5EF4-FFF2-40B4-BE49-F238E27FC236}">
                  <a16:creationId xmlns:a16="http://schemas.microsoft.com/office/drawing/2014/main" id="{04A4A8D1-B058-039E-9ED3-8794FEA0B51A}"/>
                </a:ext>
              </a:extLst>
            </p:cNvPr>
            <p:cNvSpPr/>
            <p:nvPr/>
          </p:nvSpPr>
          <p:spPr>
            <a:xfrm>
              <a:off x="4067628" y="3331214"/>
              <a:ext cx="484632" cy="457200"/>
            </a:xfrm>
            <a:prstGeom prst="downArrow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Arrow: Down 27">
              <a:extLst>
                <a:ext uri="{FF2B5EF4-FFF2-40B4-BE49-F238E27FC236}">
                  <a16:creationId xmlns:a16="http://schemas.microsoft.com/office/drawing/2014/main" id="{0810C417-9122-2656-9737-5138A8202207}"/>
                </a:ext>
              </a:extLst>
            </p:cNvPr>
            <p:cNvSpPr/>
            <p:nvPr/>
          </p:nvSpPr>
          <p:spPr>
            <a:xfrm>
              <a:off x="8056048" y="3331214"/>
              <a:ext cx="484632" cy="457200"/>
            </a:xfrm>
            <a:prstGeom prst="downArrow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826EBCF-2D77-DD4D-1481-3863B0BFF2FA}"/>
              </a:ext>
            </a:extLst>
          </p:cNvPr>
          <p:cNvGrpSpPr/>
          <p:nvPr/>
        </p:nvGrpSpPr>
        <p:grpSpPr>
          <a:xfrm>
            <a:off x="3787710" y="5042456"/>
            <a:ext cx="4473052" cy="457200"/>
            <a:chOff x="4067628" y="3331214"/>
            <a:chExt cx="4473052" cy="457200"/>
          </a:xfrm>
          <a:solidFill>
            <a:schemeClr val="accent3"/>
          </a:solidFill>
        </p:grpSpPr>
        <p:sp>
          <p:nvSpPr>
            <p:cNvPr id="30" name="Arrow: Down 29">
              <a:extLst>
                <a:ext uri="{FF2B5EF4-FFF2-40B4-BE49-F238E27FC236}">
                  <a16:creationId xmlns:a16="http://schemas.microsoft.com/office/drawing/2014/main" id="{5632A1F8-9F54-C443-621D-A9404E651C77}"/>
                </a:ext>
              </a:extLst>
            </p:cNvPr>
            <p:cNvSpPr/>
            <p:nvPr/>
          </p:nvSpPr>
          <p:spPr>
            <a:xfrm>
              <a:off x="4067628" y="3331214"/>
              <a:ext cx="484632" cy="457200"/>
            </a:xfrm>
            <a:prstGeom prst="downArrow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Arrow: Down 30">
              <a:extLst>
                <a:ext uri="{FF2B5EF4-FFF2-40B4-BE49-F238E27FC236}">
                  <a16:creationId xmlns:a16="http://schemas.microsoft.com/office/drawing/2014/main" id="{98F885E0-5E21-3249-B31D-5CEDC2014BD8}"/>
                </a:ext>
              </a:extLst>
            </p:cNvPr>
            <p:cNvSpPr/>
            <p:nvPr/>
          </p:nvSpPr>
          <p:spPr>
            <a:xfrm>
              <a:off x="8056048" y="3331214"/>
              <a:ext cx="484632" cy="457200"/>
            </a:xfrm>
            <a:prstGeom prst="downArrow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20DA5F9-D999-051C-651C-1D3EA20537FF}"/>
              </a:ext>
            </a:extLst>
          </p:cNvPr>
          <p:cNvGrpSpPr/>
          <p:nvPr/>
        </p:nvGrpSpPr>
        <p:grpSpPr>
          <a:xfrm>
            <a:off x="3787710" y="5747048"/>
            <a:ext cx="4473052" cy="457200"/>
            <a:chOff x="4067628" y="3331214"/>
            <a:chExt cx="4473052" cy="457200"/>
          </a:xfrm>
          <a:solidFill>
            <a:schemeClr val="accent3"/>
          </a:solidFill>
        </p:grpSpPr>
        <p:sp>
          <p:nvSpPr>
            <p:cNvPr id="33" name="Arrow: Down 32">
              <a:extLst>
                <a:ext uri="{FF2B5EF4-FFF2-40B4-BE49-F238E27FC236}">
                  <a16:creationId xmlns:a16="http://schemas.microsoft.com/office/drawing/2014/main" id="{1E2FBDB3-7306-B90A-53FF-64F5C5502B37}"/>
                </a:ext>
              </a:extLst>
            </p:cNvPr>
            <p:cNvSpPr/>
            <p:nvPr/>
          </p:nvSpPr>
          <p:spPr>
            <a:xfrm>
              <a:off x="4067628" y="3331214"/>
              <a:ext cx="484632" cy="457200"/>
            </a:xfrm>
            <a:prstGeom prst="downArrow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Arrow: Down 33">
              <a:extLst>
                <a:ext uri="{FF2B5EF4-FFF2-40B4-BE49-F238E27FC236}">
                  <a16:creationId xmlns:a16="http://schemas.microsoft.com/office/drawing/2014/main" id="{399EB11F-9B97-F72D-AFFF-CDCE896EF414}"/>
                </a:ext>
              </a:extLst>
            </p:cNvPr>
            <p:cNvSpPr/>
            <p:nvPr/>
          </p:nvSpPr>
          <p:spPr>
            <a:xfrm>
              <a:off x="8056048" y="3331214"/>
              <a:ext cx="484632" cy="457200"/>
            </a:xfrm>
            <a:prstGeom prst="downArrow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Arrow: Down 34">
            <a:extLst>
              <a:ext uri="{FF2B5EF4-FFF2-40B4-BE49-F238E27FC236}">
                <a16:creationId xmlns:a16="http://schemas.microsoft.com/office/drawing/2014/main" id="{18E7848F-9F38-9D9E-124E-7FECFEC6B5F1}"/>
              </a:ext>
            </a:extLst>
          </p:cNvPr>
          <p:cNvSpPr/>
          <p:nvPr/>
        </p:nvSpPr>
        <p:spPr>
          <a:xfrm>
            <a:off x="5781921" y="1338389"/>
            <a:ext cx="484632" cy="457200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222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A73E-A2D6-2974-89EC-9CBFB5D29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1 - Intake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01065-E291-7DC8-9E66-A556777FE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873375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Formalized method to accept requests from business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Allows for tracking of requests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Sources: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600" dirty="0"/>
              <a:t>End-user organizations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600" dirty="0"/>
              <a:t>Monitoring vendors for when new versions are available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600" dirty="0"/>
              <a:t>Monitoring CVE for high priority needs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600" dirty="0"/>
              <a:t>Periodic reviews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3604BB-C5D9-D31F-CBD3-7E57DF95CABF}"/>
              </a:ext>
            </a:extLst>
          </p:cNvPr>
          <p:cNvSpPr txBox="1"/>
          <p:nvPr/>
        </p:nvSpPr>
        <p:spPr>
          <a:xfrm>
            <a:off x="2804160" y="5004073"/>
            <a:ext cx="6583680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400" u="sng" dirty="0"/>
              <a:t>Goal:</a:t>
            </a:r>
          </a:p>
          <a:p>
            <a:pPr algn="ctr"/>
            <a:r>
              <a:rPr lang="en-US" sz="2400" i="1" dirty="0"/>
              <a:t>“Don’t wait for the ask/problem; be proactive”</a:t>
            </a:r>
          </a:p>
        </p:txBody>
      </p:sp>
    </p:spTree>
    <p:extLst>
      <p:ext uri="{BB962C8B-B14F-4D97-AF65-F5344CB8AC3E}">
        <p14:creationId xmlns:p14="http://schemas.microsoft.com/office/powerpoint/2010/main" val="2274789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4A917-C21A-F33A-006C-8E4A2F52D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378075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Single Intake 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Single Governance Model</a:t>
            </a:r>
            <a:b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</a:b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Parallel processes where necessary</a:t>
            </a:r>
            <a:endParaRPr lang="en-US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E851C-A37B-A644-858D-21B806AE3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43200"/>
            <a:ext cx="10515600" cy="3433762"/>
          </a:xfrm>
        </p:spPr>
        <p:txBody>
          <a:bodyPr>
            <a:normAutofit lnSpcReduction="10000"/>
          </a:bodyPr>
          <a:lstStyle/>
          <a:p>
            <a:pPr marL="36900" indent="0">
              <a:buNone/>
            </a:pPr>
            <a:r>
              <a:rPr lang="en-US" sz="2800" dirty="0"/>
              <a:t>Should have unified model: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Intake through categorization at the beginning</a:t>
            </a:r>
          </a:p>
          <a:p>
            <a:pPr>
              <a:buFont typeface="Aptos" panose="020B0004020202020204" pitchFamily="34" charset="0"/>
              <a:buChar char="+"/>
            </a:pPr>
            <a:r>
              <a:rPr lang="en-US" sz="2800" dirty="0"/>
              <a:t>Support at the end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While allowing for different paths: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Preparation, UAT, Delivery</a:t>
            </a:r>
          </a:p>
        </p:txBody>
      </p:sp>
    </p:spTree>
    <p:extLst>
      <p:ext uri="{BB962C8B-B14F-4D97-AF65-F5344CB8AC3E}">
        <p14:creationId xmlns:p14="http://schemas.microsoft.com/office/powerpoint/2010/main" val="927503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F5CC7-594B-0CCA-950C-BA67A7C62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2 - Rationalization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D4C50-ACFF-E697-3773-2E79381E8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Fit for use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Sprawl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Vendor Reputation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Security risk assessments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236DA1-850A-3A0B-7C44-76C278FBE760}"/>
              </a:ext>
            </a:extLst>
          </p:cNvPr>
          <p:cNvSpPr txBox="1"/>
          <p:nvPr/>
        </p:nvSpPr>
        <p:spPr>
          <a:xfrm>
            <a:off x="4444756" y="5112602"/>
            <a:ext cx="3291840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400" u="sng" dirty="0"/>
              <a:t>Goal:</a:t>
            </a:r>
          </a:p>
          <a:p>
            <a:pPr algn="ctr"/>
            <a:r>
              <a:rPr lang="en-US" sz="2400" i="1" dirty="0"/>
              <a:t>“Filter and Prioritize”</a:t>
            </a:r>
          </a:p>
        </p:txBody>
      </p:sp>
    </p:spTree>
    <p:extLst>
      <p:ext uri="{BB962C8B-B14F-4D97-AF65-F5344CB8AC3E}">
        <p14:creationId xmlns:p14="http://schemas.microsoft.com/office/powerpoint/2010/main" val="876343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41547-0104-0754-45DB-333B35EF9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3 - Categorize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DA2D1-012D-7C15-F420-4B4143105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6329"/>
            <a:ext cx="10515600" cy="318127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Use-case specific requirements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Application factors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Requirements for different packaging/delivery methods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Automation assessment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0CF19-6963-0CCC-AB3A-6F97286FA69E}"/>
              </a:ext>
            </a:extLst>
          </p:cNvPr>
          <p:cNvSpPr txBox="1"/>
          <p:nvPr/>
        </p:nvSpPr>
        <p:spPr>
          <a:xfrm>
            <a:off x="3301756" y="5317641"/>
            <a:ext cx="5577840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400" u="sng" dirty="0"/>
              <a:t>Reality:</a:t>
            </a:r>
          </a:p>
          <a:p>
            <a:pPr algn="ctr"/>
            <a:r>
              <a:rPr lang="en-US" sz="2400" i="1" dirty="0"/>
              <a:t>“There will be a branch in the pipeline”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441404-5F87-53B0-9FC7-C03F15672DE0}"/>
              </a:ext>
            </a:extLst>
          </p:cNvPr>
          <p:cNvSpPr txBox="1"/>
          <p:nvPr/>
        </p:nvSpPr>
        <p:spPr>
          <a:xfrm>
            <a:off x="3987556" y="4122884"/>
            <a:ext cx="4206240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400" u="sng" dirty="0"/>
              <a:t>Goal:</a:t>
            </a:r>
          </a:p>
          <a:p>
            <a:pPr algn="ctr"/>
            <a:r>
              <a:rPr lang="en-US" sz="2400" i="1" dirty="0"/>
              <a:t>“There is only one category”</a:t>
            </a:r>
          </a:p>
        </p:txBody>
      </p:sp>
    </p:spTree>
    <p:extLst>
      <p:ext uri="{BB962C8B-B14F-4D97-AF65-F5344CB8AC3E}">
        <p14:creationId xmlns:p14="http://schemas.microsoft.com/office/powerpoint/2010/main" val="1699314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F7956-914C-E43C-7EA5-87532CD03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– Sub Pipelines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8983D-4375-79BB-B937-F8BF035D8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Technology Based</a:t>
            </a:r>
          </a:p>
          <a:p>
            <a:r>
              <a:rPr lang="en-US" sz="2800" dirty="0"/>
              <a:t>Application Based</a:t>
            </a:r>
          </a:p>
        </p:txBody>
      </p:sp>
    </p:spTree>
    <p:extLst>
      <p:ext uri="{BB962C8B-B14F-4D97-AF65-F5344CB8AC3E}">
        <p14:creationId xmlns:p14="http://schemas.microsoft.com/office/powerpoint/2010/main" val="1508442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69397-EE7C-0D3B-93A9-2A0089891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861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Sub-pipeline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39E90-B790-21B2-E509-63DE2E45C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4021"/>
            <a:ext cx="4648200" cy="3102335"/>
          </a:xfrm>
          <a:ln>
            <a:solidFill>
              <a:schemeClr val="accent5"/>
            </a:solidFill>
          </a:ln>
        </p:spPr>
        <p:txBody>
          <a:bodyPr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tx1"/>
                </a:solidFill>
              </a:rPr>
              <a:t>Standard Applications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  <a:effectLst/>
              </a:rPr>
              <a:t>Well-known,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  <a:effectLst/>
              </a:rPr>
              <a:t>Already in org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  <a:effectLst/>
              </a:rPr>
              <a:t>Security approved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  <a:effectLst/>
              </a:rPr>
              <a:t>Highly automatable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B3C00FE-D6AA-D520-88AD-67FDDE9AEF7A}"/>
              </a:ext>
            </a:extLst>
          </p:cNvPr>
          <p:cNvSpPr txBox="1">
            <a:spLocks/>
          </p:cNvSpPr>
          <p:nvPr/>
        </p:nvSpPr>
        <p:spPr>
          <a:xfrm>
            <a:off x="5949695" y="1234022"/>
            <a:ext cx="5312354" cy="3102334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b="1" dirty="0"/>
              <a:t>Line-of-Business Apps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Possible short cycles,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High dependencies (internal)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UAT critical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Higher touch required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E48079-A4DF-ECEC-FFBF-58B6CAB89900}"/>
              </a:ext>
            </a:extLst>
          </p:cNvPr>
          <p:cNvSpPr txBox="1"/>
          <p:nvPr/>
        </p:nvSpPr>
        <p:spPr>
          <a:xfrm>
            <a:off x="1189551" y="3407824"/>
            <a:ext cx="4027385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i="1" dirty="0"/>
              <a:t>“Optimize: </a:t>
            </a:r>
          </a:p>
          <a:p>
            <a:r>
              <a:rPr lang="en-US" sz="2400" i="1" dirty="0"/>
              <a:t>    Scale, speed, consistency”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98F067-8B34-B780-7E35-2222EE7F3DAF}"/>
              </a:ext>
            </a:extLst>
          </p:cNvPr>
          <p:cNvSpPr txBox="1"/>
          <p:nvPr/>
        </p:nvSpPr>
        <p:spPr>
          <a:xfrm>
            <a:off x="6045552" y="3403159"/>
            <a:ext cx="5120640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i="1" dirty="0"/>
              <a:t>“Optimize: </a:t>
            </a:r>
          </a:p>
          <a:p>
            <a:r>
              <a:rPr lang="en-US" sz="2400" i="1" dirty="0"/>
              <a:t>    Risk </a:t>
            </a:r>
            <a:r>
              <a:rPr lang="en-US" sz="2400" i="1" dirty="0" err="1"/>
              <a:t>mgmt</a:t>
            </a:r>
            <a:r>
              <a:rPr lang="en-US" sz="2400" i="1" dirty="0"/>
              <a:t>, business enablement”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CB78008-0188-B359-ECCA-18BEE45FB04F}"/>
              </a:ext>
            </a:extLst>
          </p:cNvPr>
          <p:cNvSpPr txBox="1">
            <a:spLocks/>
          </p:cNvSpPr>
          <p:nvPr/>
        </p:nvSpPr>
        <p:spPr>
          <a:xfrm>
            <a:off x="3697642" y="4513711"/>
            <a:ext cx="5390374" cy="2220534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Non-Standard Applications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/>
              <a:t>New to org,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/>
              <a:t>Failed in automation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/>
              <a:t>Problems in production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DDAE79-3EE9-A868-E010-D96F89F2580F}"/>
              </a:ext>
            </a:extLst>
          </p:cNvPr>
          <p:cNvSpPr txBox="1"/>
          <p:nvPr/>
        </p:nvSpPr>
        <p:spPr>
          <a:xfrm>
            <a:off x="4678680" y="6163221"/>
            <a:ext cx="283464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i="1" dirty="0"/>
              <a:t>“Avoid if you can!”</a:t>
            </a:r>
          </a:p>
        </p:txBody>
      </p:sp>
    </p:spTree>
    <p:extLst>
      <p:ext uri="{BB962C8B-B14F-4D97-AF65-F5344CB8AC3E}">
        <p14:creationId xmlns:p14="http://schemas.microsoft.com/office/powerpoint/2010/main" val="3361628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12339-7C17-66E0-6F0E-E0B3C659B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4A -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A945C-55FF-B4FB-E3B4-FA81860B4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How to control required features (in/out)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How to prevent vendor-initiated updates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How to automate / document the installation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Packaging or Wrapping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“Smoke testing” the result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05A518-B36C-AAA9-FDDB-AB6C687FE1B8}"/>
              </a:ext>
            </a:extLst>
          </p:cNvPr>
          <p:cNvSpPr txBox="1"/>
          <p:nvPr/>
        </p:nvSpPr>
        <p:spPr>
          <a:xfrm>
            <a:off x="3713236" y="5038895"/>
            <a:ext cx="4754880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400" u="sng" dirty="0"/>
              <a:t>Goal:</a:t>
            </a:r>
          </a:p>
          <a:p>
            <a:pPr algn="ctr"/>
            <a:r>
              <a:rPr lang="en-US" sz="2400" i="1" dirty="0"/>
              <a:t>“Solid assets that will pass UAT”</a:t>
            </a:r>
          </a:p>
        </p:txBody>
      </p:sp>
    </p:spTree>
    <p:extLst>
      <p:ext uri="{BB962C8B-B14F-4D97-AF65-F5344CB8AC3E}">
        <p14:creationId xmlns:p14="http://schemas.microsoft.com/office/powerpoint/2010/main" val="3140152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F0766-5DA1-4E64-1D5C-24A2BE677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4B - UAT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07CC3-8E53-1AA3-CF40-1732DC23C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User Acceptance Testing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Automated testing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Expert User Testing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Control board reviews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3C7113-F6F3-B663-7881-DFA86D6CA3C4}"/>
              </a:ext>
            </a:extLst>
          </p:cNvPr>
          <p:cNvSpPr txBox="1"/>
          <p:nvPr/>
        </p:nvSpPr>
        <p:spPr>
          <a:xfrm>
            <a:off x="3027436" y="4960203"/>
            <a:ext cx="6126480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400" u="sng" dirty="0"/>
              <a:t>Goal:</a:t>
            </a:r>
          </a:p>
          <a:p>
            <a:pPr algn="ctr"/>
            <a:r>
              <a:rPr lang="en-US" sz="2400" i="1" dirty="0"/>
              <a:t>“100% confident it is ready for production”</a:t>
            </a:r>
          </a:p>
        </p:txBody>
      </p:sp>
    </p:spTree>
    <p:extLst>
      <p:ext uri="{BB962C8B-B14F-4D97-AF65-F5344CB8AC3E}">
        <p14:creationId xmlns:p14="http://schemas.microsoft.com/office/powerpoint/2010/main" val="614907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9A092-4AB3-59BE-A35C-B74544C30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4C -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6C196-970D-34B4-E8C8-6244977B0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Possibly different teams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Usually highly automated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May include user-assignment and licensing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B58A1F-4087-811D-7BF9-35EA658E19C2}"/>
              </a:ext>
            </a:extLst>
          </p:cNvPr>
          <p:cNvSpPr txBox="1"/>
          <p:nvPr/>
        </p:nvSpPr>
        <p:spPr>
          <a:xfrm>
            <a:off x="3073156" y="5112602"/>
            <a:ext cx="6035040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400" u="sng" dirty="0"/>
              <a:t>Goal:</a:t>
            </a:r>
          </a:p>
          <a:p>
            <a:pPr algn="ctr"/>
            <a:r>
              <a:rPr lang="en-US" sz="2400" i="1" dirty="0"/>
              <a:t>“Fast, secure delivery with no problems”</a:t>
            </a:r>
          </a:p>
        </p:txBody>
      </p:sp>
    </p:spTree>
    <p:extLst>
      <p:ext uri="{BB962C8B-B14F-4D97-AF65-F5344CB8AC3E}">
        <p14:creationId xmlns:p14="http://schemas.microsoft.com/office/powerpoint/2010/main" val="2614191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ED052-6503-23CE-0863-E3B511828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5 -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6990B-EBA5-2E4F-8D66-BD910E52C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629625"/>
            <a:ext cx="10353762" cy="405875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Triage issues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Solve if can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Escalate if needed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Proactive monitoring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/>
              <a:t>Usage/Misusage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/>
              <a:t>Licensing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23FE6C-269C-9AEF-A2C5-247528B5FF5D}"/>
              </a:ext>
            </a:extLst>
          </p:cNvPr>
          <p:cNvSpPr txBox="1"/>
          <p:nvPr/>
        </p:nvSpPr>
        <p:spPr>
          <a:xfrm>
            <a:off x="4261876" y="5109310"/>
            <a:ext cx="3657600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400" u="sng" dirty="0"/>
              <a:t>Goal:</a:t>
            </a:r>
          </a:p>
          <a:p>
            <a:pPr algn="ctr"/>
            <a:r>
              <a:rPr lang="en-US" sz="2400" i="1" dirty="0"/>
              <a:t>“Business productivity”</a:t>
            </a:r>
          </a:p>
        </p:txBody>
      </p:sp>
    </p:spTree>
    <p:extLst>
      <p:ext uri="{BB962C8B-B14F-4D97-AF65-F5344CB8AC3E}">
        <p14:creationId xmlns:p14="http://schemas.microsoft.com/office/powerpoint/2010/main" val="12338823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1179F-0313-F2A7-53C8-0F7EE1F83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94A5C-7DA5-0DCA-1AD2-27023EAC6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One pipeline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Everything uses it going forward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This is an </a:t>
            </a:r>
            <a:r>
              <a:rPr lang="en-US" sz="3200" b="1" dirty="0"/>
              <a:t>operational model</a:t>
            </a:r>
            <a:r>
              <a:rPr lang="en-US" sz="3200" dirty="0"/>
              <a:t>, not a tooling discussion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/>
              <a:t>Adopt the concept before investing in solutions</a:t>
            </a:r>
          </a:p>
        </p:txBody>
      </p:sp>
    </p:spTree>
    <p:extLst>
      <p:ext uri="{BB962C8B-B14F-4D97-AF65-F5344CB8AC3E}">
        <p14:creationId xmlns:p14="http://schemas.microsoft.com/office/powerpoint/2010/main" val="29494194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1BE80-8FEF-DF15-3828-B60F66336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2CFD1-EBE5-3E2F-ABE9-BE015AC7D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41575"/>
          </a:xfrm>
          <a:ln>
            <a:solidFill>
              <a:schemeClr val="accent1"/>
            </a:solidFill>
          </a:ln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4800" b="1" i="1" dirty="0"/>
              <a:t>“Architect for </a:t>
            </a:r>
            <a:r>
              <a:rPr lang="en-US" sz="4800" b="1" i="1" dirty="0">
                <a:solidFill>
                  <a:schemeClr val="tx2">
                    <a:lumMod val="75000"/>
                  </a:schemeClr>
                </a:solidFill>
              </a:rPr>
              <a:t>scale</a:t>
            </a:r>
            <a:r>
              <a:rPr lang="en-US" sz="4800" b="1" i="1" dirty="0"/>
              <a:t>,</a:t>
            </a:r>
          </a:p>
          <a:p>
            <a:pPr marL="0" indent="0" algn="ctr">
              <a:buNone/>
            </a:pPr>
            <a:r>
              <a:rPr lang="en-US" sz="4800" b="1" i="1" dirty="0"/>
              <a:t>Deliver </a:t>
            </a:r>
            <a:r>
              <a:rPr lang="en-US" sz="4800" b="1" i="1" dirty="0">
                <a:solidFill>
                  <a:schemeClr val="tx2">
                    <a:lumMod val="75000"/>
                  </a:schemeClr>
                </a:solidFill>
              </a:rPr>
              <a:t>faster</a:t>
            </a:r>
            <a:r>
              <a:rPr lang="en-US" sz="4800" b="1" i="1" dirty="0"/>
              <a:t>,</a:t>
            </a:r>
          </a:p>
          <a:p>
            <a:pPr marL="0" indent="0" algn="ctr">
              <a:buNone/>
            </a:pPr>
            <a:r>
              <a:rPr lang="en-US" sz="4800" b="1" i="1" dirty="0"/>
              <a:t>Improve </a:t>
            </a:r>
            <a:r>
              <a:rPr lang="en-US" sz="4800" b="1" i="1" dirty="0">
                <a:solidFill>
                  <a:schemeClr val="tx2">
                    <a:lumMod val="75000"/>
                  </a:schemeClr>
                </a:solidFill>
              </a:rPr>
              <a:t>security</a:t>
            </a:r>
            <a:r>
              <a:rPr lang="en-US" sz="4800" b="1" i="1" dirty="0"/>
              <a:t>,</a:t>
            </a:r>
          </a:p>
          <a:p>
            <a:pPr marL="0" indent="0" algn="r">
              <a:buNone/>
            </a:pPr>
            <a:r>
              <a:rPr lang="en-US" sz="4800" b="1" i="1" dirty="0"/>
              <a:t>Gain </a:t>
            </a:r>
            <a:r>
              <a:rPr lang="en-US" sz="4800" b="1" i="1" dirty="0">
                <a:solidFill>
                  <a:schemeClr val="tx2">
                    <a:lumMod val="75000"/>
                  </a:schemeClr>
                </a:solidFill>
              </a:rPr>
              <a:t>control</a:t>
            </a:r>
            <a:r>
              <a:rPr lang="en-US" sz="4800" b="1" i="1" dirty="0"/>
              <a:t>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C21638-D028-3BB9-A1FD-B93CB5413810}"/>
              </a:ext>
            </a:extLst>
          </p:cNvPr>
          <p:cNvSpPr txBox="1"/>
          <p:nvPr/>
        </p:nvSpPr>
        <p:spPr>
          <a:xfrm>
            <a:off x="4672659" y="4997343"/>
            <a:ext cx="2836034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400" u="sng" dirty="0"/>
              <a:t>Action:</a:t>
            </a:r>
          </a:p>
          <a:p>
            <a:pPr algn="ctr"/>
            <a:r>
              <a:rPr lang="en-US" sz="2400" i="1" dirty="0"/>
              <a:t>“Feedback wanted”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F8B6C4-99B0-9A6C-25AF-A1106208569D}"/>
              </a:ext>
            </a:extLst>
          </p:cNvPr>
          <p:cNvSpPr txBox="1"/>
          <p:nvPr/>
        </p:nvSpPr>
        <p:spPr>
          <a:xfrm>
            <a:off x="4248665" y="5828340"/>
            <a:ext cx="3684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Email:  Tmangan@TMurgent.com</a:t>
            </a:r>
          </a:p>
        </p:txBody>
      </p:sp>
    </p:spTree>
    <p:extLst>
      <p:ext uri="{BB962C8B-B14F-4D97-AF65-F5344CB8AC3E}">
        <p14:creationId xmlns:p14="http://schemas.microsoft.com/office/powerpoint/2010/main" val="1034021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5C5B4F-4FEE-5560-0D37-441AA7A36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791" y="835383"/>
            <a:ext cx="3382832" cy="34995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200" dirty="0"/>
              <a:t>Security and App Prep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187575-5CB4-477B-AA47-020C6D2A7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4552950" y="1"/>
            <a:ext cx="763905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585F70-7C5D-424E-A182-39507AF48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7501468" y="1"/>
            <a:ext cx="4690532" cy="6858000"/>
          </a:xfrm>
          <a:prstGeom prst="rect">
            <a:avLst/>
          </a:prstGeom>
        </p:spPr>
      </p:pic>
      <p:pic>
        <p:nvPicPr>
          <p:cNvPr id="6" name="Picture 5" descr="Padlock on computer motherboard">
            <a:extLst>
              <a:ext uri="{FF2B5EF4-FFF2-40B4-BE49-F238E27FC236}">
                <a16:creationId xmlns:a16="http://schemas.microsoft.com/office/drawing/2014/main" id="{444A8C54-875F-38ED-2520-59928A5CE2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0" r="24993" b="-1"/>
          <a:stretch>
            <a:fillRect/>
          </a:stretch>
        </p:blipFill>
        <p:spPr>
          <a:xfrm>
            <a:off x="4654297" y="10"/>
            <a:ext cx="7537704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9793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AB482FD-C684-4DAA-AC4C-1739F51A9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CB3ED6-F92B-518E-AE32-F2EF69281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9236" y="1097280"/>
            <a:ext cx="6043875" cy="46268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400" dirty="0"/>
              <a:t>Software Identity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DAA738B-EDF5-4694-B25A-3488245BC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399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A389069-E292-21FA-3F98-F78757888447}"/>
              </a:ext>
            </a:extLst>
          </p:cNvPr>
          <p:cNvSpPr txBox="1"/>
          <p:nvPr/>
        </p:nvSpPr>
        <p:spPr>
          <a:xfrm>
            <a:off x="1532468" y="2565399"/>
            <a:ext cx="28024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All software must have a way to be identified</a:t>
            </a:r>
          </a:p>
        </p:txBody>
      </p:sp>
    </p:spTree>
    <p:extLst>
      <p:ext uri="{BB962C8B-B14F-4D97-AF65-F5344CB8AC3E}">
        <p14:creationId xmlns:p14="http://schemas.microsoft.com/office/powerpoint/2010/main" val="12908872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081B51-B4D4-5E40-C8DC-B969E5422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Identity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567AB7-4CAE-2A16-2174-C8A086CC7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9481456-7127-509D-E667-7CCF829037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400" dirty="0"/>
              <a:t>Executable file types </a:t>
            </a:r>
          </a:p>
          <a:p>
            <a:pPr lvl="1"/>
            <a:r>
              <a:rPr lang="en-US" sz="2200" dirty="0"/>
              <a:t>exe, </a:t>
            </a:r>
            <a:r>
              <a:rPr lang="en-US" sz="2200" dirty="0" err="1"/>
              <a:t>dll</a:t>
            </a:r>
            <a:r>
              <a:rPr lang="en-US" sz="2200" dirty="0"/>
              <a:t>, </a:t>
            </a:r>
            <a:r>
              <a:rPr lang="en-US" sz="2200" dirty="0" err="1"/>
              <a:t>etc</a:t>
            </a:r>
            <a:endParaRPr lang="en-US" sz="2200" dirty="0"/>
          </a:p>
          <a:p>
            <a:r>
              <a:rPr lang="en-US" sz="2400" dirty="0"/>
              <a:t>Scripts</a:t>
            </a:r>
          </a:p>
          <a:p>
            <a:pPr lvl="1"/>
            <a:r>
              <a:rPr lang="en-US" sz="2200" dirty="0"/>
              <a:t>ps1, jar, </a:t>
            </a:r>
            <a:r>
              <a:rPr lang="en-US" sz="2200" dirty="0" err="1"/>
              <a:t>py</a:t>
            </a:r>
            <a:r>
              <a:rPr lang="en-US" sz="2200" dirty="0"/>
              <a:t>, </a:t>
            </a:r>
            <a:r>
              <a:rPr lang="en-US" sz="2200" dirty="0" err="1"/>
              <a:t>etc</a:t>
            </a:r>
            <a:endParaRPr lang="en-US" sz="2200" dirty="0"/>
          </a:p>
          <a:p>
            <a:r>
              <a:rPr lang="en-US" sz="2400" dirty="0"/>
              <a:t>AI models </a:t>
            </a:r>
          </a:p>
          <a:p>
            <a:pPr lvl="1"/>
            <a:r>
              <a:rPr lang="en-US" sz="2200" dirty="0" err="1"/>
              <a:t>onnx</a:t>
            </a:r>
            <a:r>
              <a:rPr lang="en-US" sz="2200" dirty="0"/>
              <a:t>, </a:t>
            </a:r>
            <a:r>
              <a:rPr lang="en-US" sz="2200" dirty="0" err="1"/>
              <a:t>etc</a:t>
            </a:r>
            <a:endParaRPr lang="en-US" sz="2200" dirty="0"/>
          </a:p>
          <a:p>
            <a:r>
              <a:rPr lang="en-US" sz="2600" dirty="0"/>
              <a:t>Packages </a:t>
            </a:r>
          </a:p>
          <a:p>
            <a:pPr lvl="1"/>
            <a:r>
              <a:rPr lang="en-US" sz="2400" dirty="0" err="1"/>
              <a:t>msi</a:t>
            </a:r>
            <a:r>
              <a:rPr lang="en-US" sz="2400" dirty="0"/>
              <a:t>, exe, </a:t>
            </a:r>
          </a:p>
          <a:p>
            <a:pPr lvl="1"/>
            <a:r>
              <a:rPr lang="en-US" sz="2400" dirty="0" err="1"/>
              <a:t>appv</a:t>
            </a:r>
            <a:r>
              <a:rPr lang="en-US" sz="2400" dirty="0"/>
              <a:t>, msix, </a:t>
            </a:r>
            <a:r>
              <a:rPr lang="en-US" sz="2400" dirty="0" err="1"/>
              <a:t>etc</a:t>
            </a:r>
            <a:r>
              <a:rPr lang="en-US" sz="2400" dirty="0"/>
              <a:t>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9E13BEF-9A45-5E36-8CE0-070C6EE879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How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4B2530B-311C-105B-BDD3-07455C8BBDC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400" dirty="0"/>
              <a:t>Digital Signatures</a:t>
            </a:r>
          </a:p>
          <a:p>
            <a:r>
              <a:rPr lang="en-US" sz="2400" dirty="0"/>
              <a:t>Hashes</a:t>
            </a:r>
          </a:p>
        </p:txBody>
      </p:sp>
    </p:spTree>
    <p:extLst>
      <p:ext uri="{BB962C8B-B14F-4D97-AF65-F5344CB8AC3E}">
        <p14:creationId xmlns:p14="http://schemas.microsoft.com/office/powerpoint/2010/main" val="8800589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6B421-4A6C-49C4-70E3-CAF5A1A1D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51000"/>
            <a:ext cx="10353762" cy="970450"/>
          </a:xfrm>
        </p:spPr>
        <p:txBody>
          <a:bodyPr/>
          <a:lstStyle/>
          <a:p>
            <a:r>
              <a:rPr lang="en-US" dirty="0"/>
              <a:t>About Hashes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89297E-FA71-40B6-880A-C796736C8E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657344"/>
              </p:ext>
            </p:extLst>
          </p:nvPr>
        </p:nvGraphicFramePr>
        <p:xfrm>
          <a:off x="1091684" y="1221450"/>
          <a:ext cx="9997983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2390">
                  <a:extLst>
                    <a:ext uri="{9D8B030D-6E8A-4147-A177-3AD203B41FA5}">
                      <a16:colId xmlns:a16="http://schemas.microsoft.com/office/drawing/2014/main" val="797576947"/>
                    </a:ext>
                  </a:extLst>
                </a:gridCol>
                <a:gridCol w="4242932">
                  <a:extLst>
                    <a:ext uri="{9D8B030D-6E8A-4147-A177-3AD203B41FA5}">
                      <a16:colId xmlns:a16="http://schemas.microsoft.com/office/drawing/2014/main" val="3453576284"/>
                    </a:ext>
                  </a:extLst>
                </a:gridCol>
                <a:gridCol w="3332661">
                  <a:extLst>
                    <a:ext uri="{9D8B030D-6E8A-4147-A177-3AD203B41FA5}">
                      <a16:colId xmlns:a16="http://schemas.microsoft.com/office/drawing/2014/main" val="6293276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0" dirty="0"/>
                        <a:t>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Classical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w/ Quantum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695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0">
                          <a:effectLst/>
                        </a:rPr>
                        <a:t>CRC32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0">
                          <a:effectLst/>
                        </a:rPr>
                        <a:t>Instant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0" dirty="0">
                          <a:effectLst/>
                        </a:rPr>
                        <a:t>Instant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5190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0" dirty="0">
                          <a:effectLst/>
                        </a:rPr>
                        <a:t>MD5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0">
                          <a:effectLst/>
                        </a:rPr>
                        <a:t>Instant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0">
                          <a:effectLst/>
                        </a:rPr>
                        <a:t>Instant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4879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0">
                          <a:effectLst/>
                        </a:rPr>
                        <a:t>SHA‑1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0">
                          <a:effectLst/>
                        </a:rPr>
                        <a:t>Minutes–Hours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0">
                          <a:effectLst/>
                        </a:rPr>
                        <a:t>Minutes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4909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0">
                          <a:effectLst/>
                        </a:rPr>
                        <a:t>SHA‑256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0">
                          <a:effectLst/>
                        </a:rPr>
                        <a:t>&gt;10²⁷ years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0">
                          <a:effectLst/>
                        </a:rPr>
                        <a:t>~10¹⁹ years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5313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0">
                          <a:effectLst/>
                        </a:rPr>
                        <a:t>SHA‑512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0">
                          <a:effectLst/>
                        </a:rPr>
                        <a:t>&gt;10⁵⁴ years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0" dirty="0">
                          <a:effectLst/>
                        </a:rPr>
                        <a:t>~10²⁷ years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590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60076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E9094-953C-4032-EF16-2AF99C044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1FB0A-10CE-2B4A-AC01-494856AAC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51000"/>
            <a:ext cx="10353762" cy="970450"/>
          </a:xfrm>
        </p:spPr>
        <p:txBody>
          <a:bodyPr/>
          <a:lstStyle/>
          <a:p>
            <a:r>
              <a:rPr lang="en-US" dirty="0"/>
              <a:t>About Digital Signatures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31E895-9F8E-F034-E729-27F3EC081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067298"/>
              </p:ext>
            </p:extLst>
          </p:nvPr>
        </p:nvGraphicFramePr>
        <p:xfrm>
          <a:off x="739220" y="1221450"/>
          <a:ext cx="10353761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4259">
                  <a:extLst>
                    <a:ext uri="{9D8B030D-6E8A-4147-A177-3AD203B41FA5}">
                      <a16:colId xmlns:a16="http://schemas.microsoft.com/office/drawing/2014/main" val="797576947"/>
                    </a:ext>
                  </a:extLst>
                </a:gridCol>
                <a:gridCol w="4561290">
                  <a:extLst>
                    <a:ext uri="{9D8B030D-6E8A-4147-A177-3AD203B41FA5}">
                      <a16:colId xmlns:a16="http://schemas.microsoft.com/office/drawing/2014/main" val="3453576284"/>
                    </a:ext>
                  </a:extLst>
                </a:gridCol>
                <a:gridCol w="2848212">
                  <a:extLst>
                    <a:ext uri="{9D8B030D-6E8A-4147-A177-3AD203B41FA5}">
                      <a16:colId xmlns:a16="http://schemas.microsoft.com/office/drawing/2014/main" val="6293276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600" dirty="0"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Classical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w/Quantum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695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 dirty="0">
                          <a:effectLst/>
                        </a:rPr>
                        <a:t>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 dirty="0">
                          <a:effectLst/>
                        </a:rPr>
                        <a:t>Hours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>
                          <a:effectLst/>
                        </a:rPr>
                        <a:t>Seconds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5190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>
                          <a:effectLst/>
                        </a:rPr>
                        <a:t>3DES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>
                          <a:effectLst/>
                        </a:rPr>
                        <a:t>Years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>
                          <a:effectLst/>
                        </a:rPr>
                        <a:t>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4879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>
                          <a:effectLst/>
                        </a:rPr>
                        <a:t>AES‑128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>
                          <a:effectLst/>
                        </a:rPr>
                        <a:t>~10³⁸ years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>
                          <a:effectLst/>
                        </a:rPr>
                        <a:t>~10¹⁹ years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4909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>
                          <a:effectLst/>
                        </a:rPr>
                        <a:t>AES‑256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>
                          <a:effectLst/>
                        </a:rPr>
                        <a:t>~10⁷⁷ years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>
                          <a:effectLst/>
                        </a:rPr>
                        <a:t>~10³⁸ years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5313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>
                          <a:effectLst/>
                        </a:rPr>
                        <a:t>RSA‑2048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>
                          <a:effectLst/>
                        </a:rPr>
                        <a:t>~10³⁴ years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 b="1" dirty="0">
                          <a:effectLst/>
                        </a:rPr>
                        <a:t>Broken</a:t>
                      </a:r>
                      <a:endParaRPr lang="en-US" sz="3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590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>
                          <a:effectLst/>
                        </a:rPr>
                        <a:t>ECC P‑256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>
                          <a:effectLst/>
                        </a:rPr>
                        <a:t>~10³⁸ years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 b="1" dirty="0">
                          <a:effectLst/>
                        </a:rPr>
                        <a:t>Broken</a:t>
                      </a:r>
                      <a:endParaRPr lang="en-US" sz="3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2739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 dirty="0">
                          <a:effectLst/>
                        </a:rPr>
                        <a:t>ML-Kem‑768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>
                          <a:effectLst/>
                        </a:rPr>
                        <a:t>Designed ≥10⁵⁷ years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 dirty="0">
                          <a:effectLst/>
                        </a:rPr>
                        <a:t>Secure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3462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4531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B482FD-C684-4DAA-AC4C-1739F51A9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BBA6D1-F0EB-6D94-4329-4D457A292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9236" y="1097280"/>
            <a:ext cx="6043875" cy="46268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200" dirty="0"/>
              <a:t>Attestation,</a:t>
            </a:r>
            <a:br>
              <a:rPr lang="en-US" sz="4200" dirty="0"/>
            </a:br>
            <a:r>
              <a:rPr lang="en-US" sz="4200" dirty="0"/>
              <a:t>Affirmation,</a:t>
            </a:r>
            <a:br>
              <a:rPr lang="en-US" sz="4200" dirty="0"/>
            </a:br>
            <a:r>
              <a:rPr lang="en-US" sz="4200" dirty="0"/>
              <a:t>Notarization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E70C05-3473-3B15-ACFE-E0CAEF1ECA73}"/>
              </a:ext>
            </a:extLst>
          </p:cNvPr>
          <p:cNvSpPr txBox="1"/>
          <p:nvPr/>
        </p:nvSpPr>
        <p:spPr>
          <a:xfrm>
            <a:off x="913795" y="1097280"/>
            <a:ext cx="3256177" cy="46268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8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 Approval that a given piece of software is security approved for the environment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AA738B-EDF5-4694-B25A-3488245BC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399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50311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74ED5-B7F5-8869-8139-60C514838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on pipeline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928AD0-A1C5-4DAF-409D-D3596EA3DF8D}"/>
              </a:ext>
            </a:extLst>
          </p:cNvPr>
          <p:cNvSpPr txBox="1"/>
          <p:nvPr/>
        </p:nvSpPr>
        <p:spPr>
          <a:xfrm>
            <a:off x="913795" y="1580050"/>
            <a:ext cx="10751854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Identity as part of the pipeline (Stage 2/3)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Validate assets from vendor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Generate identity when needed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Record identity for downstream processes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Enforce Affirmation as part of the deployment process (4d)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Enforce Affirmation at runtime (~5)</a:t>
            </a:r>
          </a:p>
        </p:txBody>
      </p:sp>
    </p:spTree>
    <p:extLst>
      <p:ext uri="{BB962C8B-B14F-4D97-AF65-F5344CB8AC3E}">
        <p14:creationId xmlns:p14="http://schemas.microsoft.com/office/powerpoint/2010/main" val="27453417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124007E-BA57-41B2-8C6B-5E99927F2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0051E9-F94B-41D4-F5ED-F44C09F93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9157" y="1099456"/>
            <a:ext cx="6243636" cy="4625558"/>
          </a:xfr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400" dirty="0">
                <a:solidFill>
                  <a:schemeClr val="tx1"/>
                </a:solidFill>
              </a:rPr>
              <a:t>MSIX Repackaging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118816-C01D-462E-B0B0-777C21EF6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5D0BF7-94F4-4437-A2B2-87BAFF86D5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3215640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6747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23532-F4FE-B909-93A3-D277A78E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has changed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824D3D-A7BC-8DF8-753E-35F9654C149E}"/>
              </a:ext>
            </a:extLst>
          </p:cNvPr>
          <p:cNvSpPr txBox="1"/>
          <p:nvPr/>
        </p:nvSpPr>
        <p:spPr>
          <a:xfrm>
            <a:off x="1420808" y="1332406"/>
            <a:ext cx="586929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Microsoft: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MSIX Packaging Tool   (not so much)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AppXManifest, AppInstaller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OS Integrations</a:t>
            </a:r>
          </a:p>
          <a:p>
            <a:r>
              <a:rPr lang="en-US" sz="2400" dirty="0"/>
              <a:t>TMurgent: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Package Support Framework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Fuller use of Microsoft changes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Improved analysis/recommendations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Automation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823ACD-43AE-DDC3-6999-AD517BF675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4" t="12282" r="3313" b="17778"/>
          <a:stretch>
            <a:fillRect/>
          </a:stretch>
        </p:blipFill>
        <p:spPr>
          <a:xfrm>
            <a:off x="6245654" y="4359586"/>
            <a:ext cx="5777345" cy="2398222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13FD00E1-FE62-3C38-9D5F-B18F2DAE4574}"/>
              </a:ext>
            </a:extLst>
          </p:cNvPr>
          <p:cNvSpPr/>
          <p:nvPr/>
        </p:nvSpPr>
        <p:spPr>
          <a:xfrm>
            <a:off x="3590915" y="4839855"/>
            <a:ext cx="484632" cy="631677"/>
          </a:xfrm>
          <a:prstGeom prst="downArrow">
            <a:avLst/>
          </a:prstGeom>
          <a:solidFill>
            <a:srgbClr val="A8D18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BB0834-4F14-352D-1000-EDA4EC30E350}"/>
              </a:ext>
            </a:extLst>
          </p:cNvPr>
          <p:cNvSpPr/>
          <p:nvPr/>
        </p:nvSpPr>
        <p:spPr>
          <a:xfrm>
            <a:off x="1754036" y="5291602"/>
            <a:ext cx="433664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3600" b="1" cap="none" spc="0" dirty="0">
                <a:ln/>
                <a:solidFill>
                  <a:schemeClr val="accent3"/>
                </a:solidFill>
                <a:effectLst/>
              </a:rPr>
              <a:t>Better App Compat</a:t>
            </a:r>
          </a:p>
          <a:p>
            <a:pPr algn="ctr"/>
            <a:r>
              <a:rPr lang="en-US" sz="3600" b="1" dirty="0">
                <a:ln/>
                <a:solidFill>
                  <a:schemeClr val="accent3"/>
                </a:solidFill>
              </a:rPr>
              <a:t>Less work</a:t>
            </a:r>
            <a:endParaRPr lang="en-US" sz="3600" b="1" cap="none" spc="0" dirty="0">
              <a:ln/>
              <a:solidFill>
                <a:schemeClr val="accent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42514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9F61F-745D-57DE-AD95-5B177D438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Repackage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23700" y="2514600"/>
            <a:ext cx="2011680" cy="241574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dirty="0"/>
              <a:t>📦 </a:t>
            </a:r>
            <a:endParaRPr lang="en-US" dirty="0"/>
          </a:p>
          <a:p>
            <a:pPr algn="ctr">
              <a:defRPr sz="1600" b="1"/>
            </a:pPr>
            <a:r>
              <a:rPr dirty="0"/>
              <a:t>Vendor Installer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194560" y="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599210" y="2514600"/>
            <a:ext cx="2048493" cy="241574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dirty="0"/>
              <a:t>📜 </a:t>
            </a:r>
            <a:endParaRPr lang="en-US" dirty="0"/>
          </a:p>
          <a:p>
            <a:pPr algn="ctr">
              <a:defRPr sz="1600" b="1"/>
            </a:pPr>
            <a:r>
              <a:rPr dirty="0"/>
              <a:t>Script Wrapper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97680" y="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711533" y="2514600"/>
            <a:ext cx="2048493" cy="241574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dirty="0"/>
              <a:t>🔧 </a:t>
            </a:r>
            <a:endParaRPr lang="en-US" dirty="0"/>
          </a:p>
          <a:p>
            <a:pPr algn="ctr">
              <a:defRPr sz="1600" b="1"/>
            </a:pPr>
            <a:r>
              <a:rPr dirty="0"/>
              <a:t>MMPT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0" y="0"/>
            <a:ext cx="18287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823856" y="2514600"/>
            <a:ext cx="2048493" cy="241574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dirty="0"/>
              <a:t>✏️ </a:t>
            </a:r>
            <a:endParaRPr lang="en-US" dirty="0"/>
          </a:p>
          <a:p>
            <a:pPr algn="ctr">
              <a:defRPr sz="1600" b="1"/>
            </a:pPr>
            <a:r>
              <a:rPr dirty="0"/>
              <a:t>TMEditX Editor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03919" y="0"/>
            <a:ext cx="18288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936181" y="2514600"/>
            <a:ext cx="2048493" cy="241574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endParaRPr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F96FBF-9666-A36B-8F66-30DF01AAE3FC}"/>
              </a:ext>
            </a:extLst>
          </p:cNvPr>
          <p:cNvSpPr/>
          <p:nvPr/>
        </p:nvSpPr>
        <p:spPr>
          <a:xfrm>
            <a:off x="6868541" y="2581276"/>
            <a:ext cx="1965960" cy="223082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DDC452F-37E8-49B4-9E45-AE7649ECAD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566" y="2606645"/>
            <a:ext cx="1644710" cy="164471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BE49583-5B1F-F159-86D1-0DE00504C0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1156" y="2581274"/>
            <a:ext cx="1969366" cy="223082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53214AD-6841-76F9-559A-583F3FF6A095}"/>
              </a:ext>
            </a:extLst>
          </p:cNvPr>
          <p:cNvSpPr/>
          <p:nvPr/>
        </p:nvSpPr>
        <p:spPr>
          <a:xfrm>
            <a:off x="8972206" y="2581275"/>
            <a:ext cx="1965665" cy="223082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E15EA7E-B101-A1C7-E410-AC29843146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7927" y="2606645"/>
            <a:ext cx="1905000" cy="1905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1BAB631-2307-19DA-4771-374FE64C02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5806" y="2581275"/>
            <a:ext cx="1996342" cy="22308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E16B414-D73D-D26B-C3D3-2554D6FECD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634" y="2581275"/>
            <a:ext cx="1969366" cy="223082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B83F882-6F93-3B5C-8773-AD589F1D178A}"/>
              </a:ext>
            </a:extLst>
          </p:cNvPr>
          <p:cNvSpPr txBox="1"/>
          <p:nvPr/>
        </p:nvSpPr>
        <p:spPr>
          <a:xfrm>
            <a:off x="913795" y="4188479"/>
            <a:ext cx="10262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Installer</a:t>
            </a:r>
          </a:p>
          <a:p>
            <a:r>
              <a:rPr lang="en-US" b="1" dirty="0">
                <a:solidFill>
                  <a:schemeClr val="bg1"/>
                </a:solidFill>
              </a:rPr>
              <a:t>Media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1EC682-EFC2-2F81-6E69-1F742F6A7993}"/>
              </a:ext>
            </a:extLst>
          </p:cNvPr>
          <p:cNvSpPr txBox="1"/>
          <p:nvPr/>
        </p:nvSpPr>
        <p:spPr>
          <a:xfrm>
            <a:off x="3049987" y="4442763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Wrapper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E93C6E-DC0D-D85D-BC13-A9BA7309CC26}"/>
              </a:ext>
            </a:extLst>
          </p:cNvPr>
          <p:cNvSpPr txBox="1"/>
          <p:nvPr/>
        </p:nvSpPr>
        <p:spPr>
          <a:xfrm>
            <a:off x="5233878" y="4435474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Capture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1D5138-CF31-0885-2E03-E667889F0245}"/>
              </a:ext>
            </a:extLst>
          </p:cNvPr>
          <p:cNvSpPr txBox="1"/>
          <p:nvPr/>
        </p:nvSpPr>
        <p:spPr>
          <a:xfrm>
            <a:off x="7438374" y="4435473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Polish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4CA864-1371-1900-2F19-546CF7401FD7}"/>
              </a:ext>
            </a:extLst>
          </p:cNvPr>
          <p:cNvSpPr txBox="1"/>
          <p:nvPr/>
        </p:nvSpPr>
        <p:spPr>
          <a:xfrm>
            <a:off x="9280013" y="4442763"/>
            <a:ext cx="1350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Test/debug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7EE19E-39EC-F5A2-28C4-0C7B8E42CF81}"/>
              </a:ext>
            </a:extLst>
          </p:cNvPr>
          <p:cNvSpPr txBox="1"/>
          <p:nvPr/>
        </p:nvSpPr>
        <p:spPr>
          <a:xfrm>
            <a:off x="2835184" y="5443866"/>
            <a:ext cx="15103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PSATD</a:t>
            </a:r>
          </a:p>
          <a:p>
            <a:pPr algn="ctr"/>
            <a:r>
              <a:rPr lang="en-US" dirty="0"/>
              <a:t>Chocolaty</a:t>
            </a:r>
          </a:p>
          <a:p>
            <a:pPr algn="ctr"/>
            <a:r>
              <a:rPr lang="en-US" dirty="0"/>
              <a:t>PassiveInstall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2FD748-6C6A-5A0E-4F12-38E65688217F}"/>
              </a:ext>
            </a:extLst>
          </p:cNvPr>
          <p:cNvSpPr txBox="1"/>
          <p:nvPr/>
        </p:nvSpPr>
        <p:spPr>
          <a:xfrm>
            <a:off x="5272349" y="5443866"/>
            <a:ext cx="9268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MMPT</a:t>
            </a:r>
          </a:p>
          <a:p>
            <a:pPr algn="ctr"/>
            <a:r>
              <a:rPr lang="en-US" dirty="0"/>
              <a:t>Others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DC8C1F-305B-DDEA-2E75-6ED5758D59C4}"/>
              </a:ext>
            </a:extLst>
          </p:cNvPr>
          <p:cNvSpPr txBox="1"/>
          <p:nvPr/>
        </p:nvSpPr>
        <p:spPr>
          <a:xfrm>
            <a:off x="7275668" y="5443866"/>
            <a:ext cx="11448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TMEditX</a:t>
            </a:r>
          </a:p>
          <a:p>
            <a:pPr algn="ctr"/>
            <a:r>
              <a:rPr lang="en-US" dirty="0"/>
              <a:t>Editor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97F79B-2C96-D0DB-8A83-2EF7F4459871}"/>
              </a:ext>
            </a:extLst>
          </p:cNvPr>
          <p:cNvSpPr txBox="1"/>
          <p:nvPr/>
        </p:nvSpPr>
        <p:spPr>
          <a:xfrm>
            <a:off x="9382605" y="5443866"/>
            <a:ext cx="11448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TMEditX</a:t>
            </a:r>
          </a:p>
          <a:p>
            <a:pPr algn="ctr"/>
            <a:r>
              <a:rPr lang="en-US" dirty="0"/>
              <a:t>Tools</a:t>
            </a:r>
          </a:p>
        </p:txBody>
      </p:sp>
    </p:spTree>
    <p:extLst>
      <p:ext uri="{BB962C8B-B14F-4D97-AF65-F5344CB8AC3E}">
        <p14:creationId xmlns:p14="http://schemas.microsoft.com/office/powerpoint/2010/main" val="4260583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0EC38-7F79-E747-73DB-20436F362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Script Wrapper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60B922-00D5-5D9E-2E91-4ED257073ABA}"/>
              </a:ext>
            </a:extLst>
          </p:cNvPr>
          <p:cNvSpPr txBox="1"/>
          <p:nvPr/>
        </p:nvSpPr>
        <p:spPr>
          <a:xfrm>
            <a:off x="199915" y="1444555"/>
            <a:ext cx="11846513" cy="5339923"/>
          </a:xfrm>
          <a:prstGeom prst="rect">
            <a:avLst/>
          </a:prstGeom>
          <a:solidFill>
            <a:srgbClr val="000F2E"/>
          </a:solidFill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Georgia Pro Semibold" panose="02040702050405020303" pitchFamily="18" charset="0"/>
              </a:rPr>
              <a:t> $</a:t>
            </a:r>
            <a:r>
              <a:rPr lang="en-US" sz="1100" dirty="0" err="1">
                <a:latin typeface="Georgia Pro Semibold" panose="02040702050405020303" pitchFamily="18" charset="0"/>
              </a:rPr>
              <a:t>InstallerFileFolder</a:t>
            </a:r>
            <a:r>
              <a:rPr lang="en-US" sz="1100" dirty="0">
                <a:latin typeface="Georgia Pro Semibold" panose="02040702050405020303" pitchFamily="18" charset="0"/>
              </a:rPr>
              <a:t> = "$($</a:t>
            </a:r>
            <a:r>
              <a:rPr lang="en-US" sz="1100" dirty="0" err="1">
                <a:latin typeface="Georgia Pro Semibold" panose="02040702050405020303" pitchFamily="18" charset="0"/>
              </a:rPr>
              <a:t>executingScriptDirectory</a:t>
            </a:r>
            <a:r>
              <a:rPr lang="en-US" sz="1100" dirty="0">
                <a:latin typeface="Georgia Pro Semibold" panose="02040702050405020303" pitchFamily="18" charset="0"/>
              </a:rPr>
              <a:t>)\MSIBluebeamRevu21.8.0x64"</a:t>
            </a:r>
          </a:p>
          <a:p>
            <a:endParaRPr lang="en-US" sz="1100" dirty="0">
              <a:latin typeface="Georgia Pro Semibold" panose="02040702050405020303" pitchFamily="18" charset="0"/>
            </a:endParaRPr>
          </a:p>
          <a:p>
            <a:r>
              <a:rPr lang="en-US" sz="1100" dirty="0">
                <a:latin typeface="Georgia Pro Semibold" panose="02040702050405020303" pitchFamily="18" charset="0"/>
              </a:rPr>
              <a:t> $</a:t>
            </a:r>
            <a:r>
              <a:rPr lang="en-US" sz="1100" dirty="0" err="1">
                <a:latin typeface="Georgia Pro Semibold" panose="02040702050405020303" pitchFamily="18" charset="0"/>
              </a:rPr>
              <a:t>OptsVC</a:t>
            </a:r>
            <a:r>
              <a:rPr lang="en-US" sz="1100" dirty="0">
                <a:latin typeface="Georgia Pro Semibold" panose="02040702050405020303" pitchFamily="18" charset="0"/>
              </a:rPr>
              <a:t> = ''</a:t>
            </a:r>
          </a:p>
          <a:p>
            <a:r>
              <a:rPr lang="en-US" sz="1100" dirty="0">
                <a:latin typeface="Georgia Pro Semibold" panose="02040702050405020303" pitchFamily="18" charset="0"/>
              </a:rPr>
              <a:t> $</a:t>
            </a:r>
            <a:r>
              <a:rPr lang="en-US" sz="1100" dirty="0" err="1">
                <a:latin typeface="Georgia Pro Semibold" panose="02040702050405020303" pitchFamily="18" charset="0"/>
              </a:rPr>
              <a:t>OptsOcr</a:t>
            </a:r>
            <a:r>
              <a:rPr lang="en-US" sz="1100" dirty="0">
                <a:latin typeface="Georgia Pro Semibold" panose="02040702050405020303" pitchFamily="18" charset="0"/>
              </a:rPr>
              <a:t> = ''</a:t>
            </a:r>
          </a:p>
          <a:p>
            <a:r>
              <a:rPr lang="en-US" sz="1100" dirty="0">
                <a:latin typeface="Georgia Pro Semibold" panose="02040702050405020303" pitchFamily="18" charset="0"/>
              </a:rPr>
              <a:t> $</a:t>
            </a:r>
            <a:r>
              <a:rPr lang="en-US" sz="1100" dirty="0" err="1">
                <a:latin typeface="Georgia Pro Semibold" panose="02040702050405020303" pitchFamily="18" charset="0"/>
              </a:rPr>
              <a:t>OptsRevu</a:t>
            </a:r>
            <a:r>
              <a:rPr lang="en-US" sz="1100" dirty="0">
                <a:latin typeface="Georgia Pro Semibold" panose="02040702050405020303" pitchFamily="18" charset="0"/>
              </a:rPr>
              <a:t> = ''</a:t>
            </a:r>
          </a:p>
          <a:p>
            <a:r>
              <a:rPr lang="en-US" sz="1100" dirty="0">
                <a:latin typeface="Georgia Pro Semibold" panose="02040702050405020303" pitchFamily="18" charset="0"/>
              </a:rPr>
              <a:t> if ($</a:t>
            </a:r>
            <a:r>
              <a:rPr lang="en-US" sz="1100" dirty="0" err="1">
                <a:latin typeface="Georgia Pro Semibold" panose="02040702050405020303" pitchFamily="18" charset="0"/>
              </a:rPr>
              <a:t>DoSilent</a:t>
            </a:r>
            <a:r>
              <a:rPr lang="en-US" sz="1100" dirty="0">
                <a:latin typeface="Georgia Pro Semibold" panose="02040702050405020303" pitchFamily="18" charset="0"/>
              </a:rPr>
              <a:t> -eq 1)</a:t>
            </a:r>
          </a:p>
          <a:p>
            <a:r>
              <a:rPr lang="en-US" sz="1100" dirty="0">
                <a:latin typeface="Georgia Pro Semibold" panose="02040702050405020303" pitchFamily="18" charset="0"/>
              </a:rPr>
              <a:t> {</a:t>
            </a:r>
          </a:p>
          <a:p>
            <a:r>
              <a:rPr lang="en-US" sz="1100" dirty="0">
                <a:latin typeface="Georgia Pro Semibold" panose="02040702050405020303" pitchFamily="18" charset="0"/>
              </a:rPr>
              <a:t>        $</a:t>
            </a:r>
            <a:r>
              <a:rPr lang="en-US" sz="1100" dirty="0" err="1">
                <a:latin typeface="Georgia Pro Semibold" panose="02040702050405020303" pitchFamily="18" charset="0"/>
              </a:rPr>
              <a:t>OptsVC</a:t>
            </a:r>
            <a:r>
              <a:rPr lang="en-US" sz="1100" dirty="0">
                <a:latin typeface="Georgia Pro Semibold" panose="02040702050405020303" pitchFamily="18" charset="0"/>
              </a:rPr>
              <a:t> = '/Q'</a:t>
            </a:r>
          </a:p>
          <a:p>
            <a:r>
              <a:rPr lang="en-US" sz="1100" dirty="0">
                <a:latin typeface="Georgia Pro Semibold" panose="02040702050405020303" pitchFamily="18" charset="0"/>
              </a:rPr>
              <a:t>        $</a:t>
            </a:r>
            <a:r>
              <a:rPr lang="en-US" sz="1100" dirty="0" err="1">
                <a:latin typeface="Georgia Pro Semibold" panose="02040702050405020303" pitchFamily="18" charset="0"/>
              </a:rPr>
              <a:t>OptsOcr</a:t>
            </a:r>
            <a:r>
              <a:rPr lang="en-US" sz="1100" dirty="0">
                <a:latin typeface="Georgia Pro Semibold" panose="02040702050405020303" pitchFamily="18" charset="0"/>
              </a:rPr>
              <a:t> = 'DISABLEADVTSHORTCUTS=1  /qn'</a:t>
            </a:r>
          </a:p>
          <a:p>
            <a:r>
              <a:rPr lang="en-US" sz="1100" dirty="0">
                <a:latin typeface="Georgia Pro Semibold" panose="02040702050405020303" pitchFamily="18" charset="0"/>
              </a:rPr>
              <a:t>        $</a:t>
            </a:r>
            <a:r>
              <a:rPr lang="en-US" sz="1100" dirty="0" err="1">
                <a:latin typeface="Georgia Pro Semibold" panose="02040702050405020303" pitchFamily="18" charset="0"/>
              </a:rPr>
              <a:t>OptsRevu</a:t>
            </a:r>
            <a:r>
              <a:rPr lang="en-US" sz="1100" dirty="0">
                <a:latin typeface="Georgia Pro Semibold" panose="02040702050405020303" pitchFamily="18" charset="0"/>
              </a:rPr>
              <a:t> = 'DISABLEADVTSHORTCUTS=1 ISCHECKFORPRODUCTUPDATES=0 BB_AUTO_UPDATE=0 BB_DESKSHORTCUT=0 DISABLE_WELCOME=1 /qn'</a:t>
            </a:r>
          </a:p>
          <a:p>
            <a:r>
              <a:rPr lang="en-US" sz="1100" dirty="0">
                <a:latin typeface="Georgia Pro Semibold" panose="02040702050405020303" pitchFamily="18" charset="0"/>
              </a:rPr>
              <a:t>        Install-</a:t>
            </a:r>
            <a:r>
              <a:rPr lang="en-US" sz="1100" dirty="0" err="1">
                <a:latin typeface="Georgia Pro Semibold" panose="02040702050405020303" pitchFamily="18" charset="0"/>
              </a:rPr>
              <a:t>PassiveInstallFile</a:t>
            </a:r>
            <a:r>
              <a:rPr lang="en-US" sz="1100" dirty="0">
                <a:latin typeface="Georgia Pro Semibold" panose="02040702050405020303" pitchFamily="18" charset="0"/>
              </a:rPr>
              <a:t> -Installer "$($</a:t>
            </a:r>
            <a:r>
              <a:rPr lang="en-US" sz="1100" dirty="0" err="1">
                <a:latin typeface="Georgia Pro Semibold" panose="02040702050405020303" pitchFamily="18" charset="0"/>
              </a:rPr>
              <a:t>InstallerFileFolder</a:t>
            </a:r>
            <a:r>
              <a:rPr lang="en-US" sz="1100" dirty="0">
                <a:latin typeface="Georgia Pro Semibold" panose="02040702050405020303" pitchFamily="18" charset="0"/>
              </a:rPr>
              <a:t>)\vc_redist.x64.exe" -Arguments $</a:t>
            </a:r>
            <a:r>
              <a:rPr lang="en-US" sz="1100" dirty="0" err="1">
                <a:latin typeface="Georgia Pro Semibold" panose="02040702050405020303" pitchFamily="18" charset="0"/>
              </a:rPr>
              <a:t>OptsVC</a:t>
            </a:r>
            <a:r>
              <a:rPr lang="en-US" sz="1100" dirty="0">
                <a:latin typeface="Georgia Pro Semibold" panose="02040702050405020303" pitchFamily="18" charset="0"/>
              </a:rPr>
              <a:t>  -</a:t>
            </a:r>
            <a:r>
              <a:rPr lang="en-US" sz="1100" dirty="0" err="1">
                <a:latin typeface="Georgia Pro Semibold" panose="02040702050405020303" pitchFamily="18" charset="0"/>
              </a:rPr>
              <a:t>DoSilent</a:t>
            </a:r>
            <a:endParaRPr lang="en-US" sz="1100" dirty="0">
              <a:latin typeface="Georgia Pro Semibold" panose="02040702050405020303" pitchFamily="18" charset="0"/>
            </a:endParaRPr>
          </a:p>
          <a:p>
            <a:r>
              <a:rPr lang="en-US" sz="1100" dirty="0">
                <a:latin typeface="Georgia Pro Semibold" panose="02040702050405020303" pitchFamily="18" charset="0"/>
              </a:rPr>
              <a:t>        Install-</a:t>
            </a:r>
            <a:r>
              <a:rPr lang="en-US" sz="1100" dirty="0" err="1">
                <a:latin typeface="Georgia Pro Semibold" panose="02040702050405020303" pitchFamily="18" charset="0"/>
              </a:rPr>
              <a:t>PassiveInstallFile</a:t>
            </a:r>
            <a:r>
              <a:rPr lang="en-US" sz="1100" dirty="0">
                <a:latin typeface="Georgia Pro Semibold" panose="02040702050405020303" pitchFamily="18" charset="0"/>
              </a:rPr>
              <a:t> -Installer "$($</a:t>
            </a:r>
            <a:r>
              <a:rPr lang="en-US" sz="1100" dirty="0" err="1">
                <a:latin typeface="Georgia Pro Semibold" panose="02040702050405020303" pitchFamily="18" charset="0"/>
              </a:rPr>
              <a:t>InstallerFileFolder</a:t>
            </a:r>
            <a:r>
              <a:rPr lang="en-US" sz="1100" dirty="0">
                <a:latin typeface="Georgia Pro Semibold" panose="02040702050405020303" pitchFamily="18" charset="0"/>
              </a:rPr>
              <a:t>)\vc_redist.x86.exe" -Arguments $</a:t>
            </a:r>
            <a:r>
              <a:rPr lang="en-US" sz="1100" dirty="0" err="1">
                <a:latin typeface="Georgia Pro Semibold" panose="02040702050405020303" pitchFamily="18" charset="0"/>
              </a:rPr>
              <a:t>OptsVC</a:t>
            </a:r>
            <a:r>
              <a:rPr lang="en-US" sz="1100" dirty="0">
                <a:latin typeface="Georgia Pro Semibold" panose="02040702050405020303" pitchFamily="18" charset="0"/>
              </a:rPr>
              <a:t>  -</a:t>
            </a:r>
            <a:r>
              <a:rPr lang="en-US" sz="1100" dirty="0" err="1">
                <a:latin typeface="Georgia Pro Semibold" panose="02040702050405020303" pitchFamily="18" charset="0"/>
              </a:rPr>
              <a:t>DoSilent</a:t>
            </a:r>
            <a:endParaRPr lang="en-US" sz="1100" dirty="0">
              <a:latin typeface="Georgia Pro Semibold" panose="02040702050405020303" pitchFamily="18" charset="0"/>
            </a:endParaRPr>
          </a:p>
          <a:p>
            <a:r>
              <a:rPr lang="en-US" sz="1100" dirty="0">
                <a:latin typeface="Georgia Pro Semibold" panose="02040702050405020303" pitchFamily="18" charset="0"/>
              </a:rPr>
              <a:t>        Install-</a:t>
            </a:r>
            <a:r>
              <a:rPr lang="en-US" sz="1100" dirty="0" err="1">
                <a:latin typeface="Georgia Pro Semibold" panose="02040702050405020303" pitchFamily="18" charset="0"/>
              </a:rPr>
              <a:t>PassiveInstallFile</a:t>
            </a:r>
            <a:r>
              <a:rPr lang="en-US" sz="1100" dirty="0">
                <a:latin typeface="Georgia Pro Semibold" panose="02040702050405020303" pitchFamily="18" charset="0"/>
              </a:rPr>
              <a:t> -Installer "$($</a:t>
            </a:r>
            <a:r>
              <a:rPr lang="en-US" sz="1100" dirty="0" err="1">
                <a:latin typeface="Georgia Pro Semibold" panose="02040702050405020303" pitchFamily="18" charset="0"/>
              </a:rPr>
              <a:t>InstallerFileFolder</a:t>
            </a:r>
            <a:r>
              <a:rPr lang="en-US" sz="1100" dirty="0">
                <a:latin typeface="Georgia Pro Semibold" panose="02040702050405020303" pitchFamily="18" charset="0"/>
              </a:rPr>
              <a:t>)\</a:t>
            </a:r>
            <a:r>
              <a:rPr lang="en-US" sz="1100" dirty="0" err="1">
                <a:latin typeface="Georgia Pro Semibold" panose="02040702050405020303" pitchFamily="18" charset="0"/>
              </a:rPr>
              <a:t>BluebeamOCR</a:t>
            </a:r>
            <a:r>
              <a:rPr lang="en-US" sz="1100" dirty="0">
                <a:latin typeface="Georgia Pro Semibold" panose="02040702050405020303" pitchFamily="18" charset="0"/>
              </a:rPr>
              <a:t> x64 21.msi" -Arguments $</a:t>
            </a:r>
            <a:r>
              <a:rPr lang="en-US" sz="1100" dirty="0" err="1">
                <a:latin typeface="Georgia Pro Semibold" panose="02040702050405020303" pitchFamily="18" charset="0"/>
              </a:rPr>
              <a:t>OptsOcr</a:t>
            </a:r>
            <a:r>
              <a:rPr lang="en-US" sz="1100" dirty="0">
                <a:latin typeface="Georgia Pro Semibold" panose="02040702050405020303" pitchFamily="18" charset="0"/>
              </a:rPr>
              <a:t> -</a:t>
            </a:r>
            <a:r>
              <a:rPr lang="en-US" sz="1100" dirty="0" err="1">
                <a:latin typeface="Georgia Pro Semibold" panose="02040702050405020303" pitchFamily="18" charset="0"/>
              </a:rPr>
              <a:t>DoSilent</a:t>
            </a:r>
            <a:endParaRPr lang="en-US" sz="1100" dirty="0">
              <a:latin typeface="Georgia Pro Semibold" panose="02040702050405020303" pitchFamily="18" charset="0"/>
            </a:endParaRPr>
          </a:p>
          <a:p>
            <a:r>
              <a:rPr lang="en-US" sz="1100" dirty="0">
                <a:latin typeface="Georgia Pro Semibold" panose="02040702050405020303" pitchFamily="18" charset="0"/>
              </a:rPr>
              <a:t>        Install-</a:t>
            </a:r>
            <a:r>
              <a:rPr lang="en-US" sz="1100" dirty="0" err="1">
                <a:latin typeface="Georgia Pro Semibold" panose="02040702050405020303" pitchFamily="18" charset="0"/>
              </a:rPr>
              <a:t>PassiveInstallFile</a:t>
            </a:r>
            <a:r>
              <a:rPr lang="en-US" sz="1100" dirty="0">
                <a:latin typeface="Georgia Pro Semibold" panose="02040702050405020303" pitchFamily="18" charset="0"/>
              </a:rPr>
              <a:t> -Installer "$($</a:t>
            </a:r>
            <a:r>
              <a:rPr lang="en-US" sz="1100" dirty="0" err="1">
                <a:latin typeface="Georgia Pro Semibold" panose="02040702050405020303" pitchFamily="18" charset="0"/>
              </a:rPr>
              <a:t>InstallerFileFolder</a:t>
            </a:r>
            <a:r>
              <a:rPr lang="en-US" sz="1100" dirty="0">
                <a:latin typeface="Georgia Pro Semibold" panose="02040702050405020303" pitchFamily="18" charset="0"/>
              </a:rPr>
              <a:t>)\Bluebeam Revu x64 21.msi" -Arguments $</a:t>
            </a:r>
            <a:r>
              <a:rPr lang="en-US" sz="1100" dirty="0" err="1">
                <a:latin typeface="Georgia Pro Semibold" panose="02040702050405020303" pitchFamily="18" charset="0"/>
              </a:rPr>
              <a:t>OptsRevu</a:t>
            </a:r>
            <a:r>
              <a:rPr lang="en-US" sz="1100" dirty="0">
                <a:latin typeface="Georgia Pro Semibold" panose="02040702050405020303" pitchFamily="18" charset="0"/>
              </a:rPr>
              <a:t> -</a:t>
            </a:r>
            <a:r>
              <a:rPr lang="en-US" sz="1100" dirty="0" err="1">
                <a:latin typeface="Georgia Pro Semibold" panose="02040702050405020303" pitchFamily="18" charset="0"/>
              </a:rPr>
              <a:t>DoSilent</a:t>
            </a:r>
            <a:endParaRPr lang="en-US" sz="1100" dirty="0">
              <a:latin typeface="Georgia Pro Semibold" panose="02040702050405020303" pitchFamily="18" charset="0"/>
            </a:endParaRPr>
          </a:p>
          <a:p>
            <a:r>
              <a:rPr lang="en-US" sz="1100" dirty="0">
                <a:latin typeface="Georgia Pro Semibold" panose="02040702050405020303" pitchFamily="18" charset="0"/>
              </a:rPr>
              <a:t> }</a:t>
            </a:r>
          </a:p>
          <a:p>
            <a:r>
              <a:rPr lang="en-US" sz="1100" dirty="0">
                <a:latin typeface="Georgia Pro Semibold" panose="02040702050405020303" pitchFamily="18" charset="0"/>
              </a:rPr>
              <a:t> else</a:t>
            </a:r>
          </a:p>
          <a:p>
            <a:r>
              <a:rPr lang="en-US" sz="1100" dirty="0">
                <a:latin typeface="Georgia Pro Semibold" panose="02040702050405020303" pitchFamily="18" charset="0"/>
              </a:rPr>
              <a:t> {</a:t>
            </a:r>
          </a:p>
          <a:p>
            <a:r>
              <a:rPr lang="en-US" sz="1100" dirty="0">
                <a:latin typeface="Georgia Pro Semibold" panose="02040702050405020303" pitchFamily="18" charset="0"/>
              </a:rPr>
              <a:t>        $</a:t>
            </a:r>
            <a:r>
              <a:rPr lang="en-US" sz="1100" dirty="0" err="1">
                <a:latin typeface="Georgia Pro Semibold" panose="02040702050405020303" pitchFamily="18" charset="0"/>
              </a:rPr>
              <a:t>OptsVC</a:t>
            </a:r>
            <a:r>
              <a:rPr lang="en-US" sz="1100" dirty="0">
                <a:latin typeface="Georgia Pro Semibold" panose="02040702050405020303" pitchFamily="18" charset="0"/>
              </a:rPr>
              <a:t> = '/Passive'</a:t>
            </a:r>
          </a:p>
          <a:p>
            <a:r>
              <a:rPr lang="en-US" sz="1100" dirty="0">
                <a:latin typeface="Georgia Pro Semibold" panose="02040702050405020303" pitchFamily="18" charset="0"/>
              </a:rPr>
              <a:t>        $</a:t>
            </a:r>
            <a:r>
              <a:rPr lang="en-US" sz="1100" dirty="0" err="1">
                <a:latin typeface="Georgia Pro Semibold" panose="02040702050405020303" pitchFamily="18" charset="0"/>
              </a:rPr>
              <a:t>OptsOcr</a:t>
            </a:r>
            <a:r>
              <a:rPr lang="en-US" sz="1100" dirty="0">
                <a:latin typeface="Georgia Pro Semibold" panose="02040702050405020303" pitchFamily="18" charset="0"/>
              </a:rPr>
              <a:t> = 'DISABLEADVTSHORTCUTS=1 /passive'</a:t>
            </a:r>
          </a:p>
          <a:p>
            <a:r>
              <a:rPr lang="en-US" sz="1100" dirty="0">
                <a:latin typeface="Georgia Pro Semibold" panose="02040702050405020303" pitchFamily="18" charset="0"/>
              </a:rPr>
              <a:t>        $</a:t>
            </a:r>
            <a:r>
              <a:rPr lang="en-US" sz="1100" dirty="0" err="1">
                <a:latin typeface="Georgia Pro Semibold" panose="02040702050405020303" pitchFamily="18" charset="0"/>
              </a:rPr>
              <a:t>OptsRevu</a:t>
            </a:r>
            <a:r>
              <a:rPr lang="en-US" sz="1100" dirty="0">
                <a:latin typeface="Georgia Pro Semibold" panose="02040702050405020303" pitchFamily="18" charset="0"/>
              </a:rPr>
              <a:t> = 'DISABLEADVTSHORTCUTS=1 ISCHECKFORPRODUCTUPDATES=0 BB_AUTO_UPDATE=0 BB_DESKSHORTCUT=0 DISABLE_WELCOME=1 /passive'</a:t>
            </a:r>
          </a:p>
          <a:p>
            <a:r>
              <a:rPr lang="en-US" sz="1100" dirty="0">
                <a:latin typeface="Georgia Pro Semibold" panose="02040702050405020303" pitchFamily="18" charset="0"/>
              </a:rPr>
              <a:t>        Install-</a:t>
            </a:r>
            <a:r>
              <a:rPr lang="en-US" sz="1100" dirty="0" err="1">
                <a:latin typeface="Georgia Pro Semibold" panose="02040702050405020303" pitchFamily="18" charset="0"/>
              </a:rPr>
              <a:t>PassiveInstallFile</a:t>
            </a:r>
            <a:r>
              <a:rPr lang="en-US" sz="1100" dirty="0">
                <a:latin typeface="Georgia Pro Semibold" panose="02040702050405020303" pitchFamily="18" charset="0"/>
              </a:rPr>
              <a:t> -Installer "$($</a:t>
            </a:r>
            <a:r>
              <a:rPr lang="en-US" sz="1100" dirty="0" err="1">
                <a:latin typeface="Georgia Pro Semibold" panose="02040702050405020303" pitchFamily="18" charset="0"/>
              </a:rPr>
              <a:t>InstallerFileFolder</a:t>
            </a:r>
            <a:r>
              <a:rPr lang="en-US" sz="1100" dirty="0">
                <a:latin typeface="Georgia Pro Semibold" panose="02040702050405020303" pitchFamily="18" charset="0"/>
              </a:rPr>
              <a:t>)\vc_redist.x64.exe" -Arguments $</a:t>
            </a:r>
            <a:r>
              <a:rPr lang="en-US" sz="1100" dirty="0" err="1">
                <a:latin typeface="Georgia Pro Semibold" panose="02040702050405020303" pitchFamily="18" charset="0"/>
              </a:rPr>
              <a:t>OptsVC</a:t>
            </a:r>
            <a:r>
              <a:rPr lang="en-US" sz="1100" dirty="0">
                <a:latin typeface="Georgia Pro Semibold" panose="02040702050405020303" pitchFamily="18" charset="0"/>
              </a:rPr>
              <a:t> </a:t>
            </a:r>
          </a:p>
          <a:p>
            <a:r>
              <a:rPr lang="en-US" sz="1100" dirty="0">
                <a:latin typeface="Georgia Pro Semibold" panose="02040702050405020303" pitchFamily="18" charset="0"/>
              </a:rPr>
              <a:t>        Install-</a:t>
            </a:r>
            <a:r>
              <a:rPr lang="en-US" sz="1100" dirty="0" err="1">
                <a:latin typeface="Georgia Pro Semibold" panose="02040702050405020303" pitchFamily="18" charset="0"/>
              </a:rPr>
              <a:t>PassiveInstallFile</a:t>
            </a:r>
            <a:r>
              <a:rPr lang="en-US" sz="1100" dirty="0">
                <a:latin typeface="Georgia Pro Semibold" panose="02040702050405020303" pitchFamily="18" charset="0"/>
              </a:rPr>
              <a:t> -Installer "$($</a:t>
            </a:r>
            <a:r>
              <a:rPr lang="en-US" sz="1100" dirty="0" err="1">
                <a:latin typeface="Georgia Pro Semibold" panose="02040702050405020303" pitchFamily="18" charset="0"/>
              </a:rPr>
              <a:t>InstallerFileFolder</a:t>
            </a:r>
            <a:r>
              <a:rPr lang="en-US" sz="1100" dirty="0">
                <a:latin typeface="Georgia Pro Semibold" panose="02040702050405020303" pitchFamily="18" charset="0"/>
              </a:rPr>
              <a:t>)\vc_redist.x86.exe" -Arguments $</a:t>
            </a:r>
            <a:r>
              <a:rPr lang="en-US" sz="1100" dirty="0" err="1">
                <a:latin typeface="Georgia Pro Semibold" panose="02040702050405020303" pitchFamily="18" charset="0"/>
              </a:rPr>
              <a:t>OptsVC</a:t>
            </a:r>
            <a:r>
              <a:rPr lang="en-US" sz="1100" dirty="0">
                <a:latin typeface="Georgia Pro Semibold" panose="02040702050405020303" pitchFamily="18" charset="0"/>
              </a:rPr>
              <a:t> </a:t>
            </a:r>
          </a:p>
          <a:p>
            <a:r>
              <a:rPr lang="en-US" sz="1100" dirty="0">
                <a:latin typeface="Georgia Pro Semibold" panose="02040702050405020303" pitchFamily="18" charset="0"/>
              </a:rPr>
              <a:t>        Install-</a:t>
            </a:r>
            <a:r>
              <a:rPr lang="en-US" sz="1100" dirty="0" err="1">
                <a:latin typeface="Georgia Pro Semibold" panose="02040702050405020303" pitchFamily="18" charset="0"/>
              </a:rPr>
              <a:t>PassiveInstallFile</a:t>
            </a:r>
            <a:r>
              <a:rPr lang="en-US" sz="1100" dirty="0">
                <a:latin typeface="Georgia Pro Semibold" panose="02040702050405020303" pitchFamily="18" charset="0"/>
              </a:rPr>
              <a:t> -Installer "$($</a:t>
            </a:r>
            <a:r>
              <a:rPr lang="en-US" sz="1100" dirty="0" err="1">
                <a:latin typeface="Georgia Pro Semibold" panose="02040702050405020303" pitchFamily="18" charset="0"/>
              </a:rPr>
              <a:t>InstallerFileFolder</a:t>
            </a:r>
            <a:r>
              <a:rPr lang="en-US" sz="1100" dirty="0">
                <a:latin typeface="Georgia Pro Semibold" panose="02040702050405020303" pitchFamily="18" charset="0"/>
              </a:rPr>
              <a:t>)\</a:t>
            </a:r>
            <a:r>
              <a:rPr lang="en-US" sz="1100" dirty="0" err="1">
                <a:latin typeface="Georgia Pro Semibold" panose="02040702050405020303" pitchFamily="18" charset="0"/>
              </a:rPr>
              <a:t>BluebeamOCR</a:t>
            </a:r>
            <a:r>
              <a:rPr lang="en-US" sz="1100" dirty="0">
                <a:latin typeface="Georgia Pro Semibold" panose="02040702050405020303" pitchFamily="18" charset="0"/>
              </a:rPr>
              <a:t> x64 21.msi" -Arguments $</a:t>
            </a:r>
            <a:r>
              <a:rPr lang="en-US" sz="1100" dirty="0" err="1">
                <a:latin typeface="Georgia Pro Semibold" panose="02040702050405020303" pitchFamily="18" charset="0"/>
              </a:rPr>
              <a:t>OptsOcr</a:t>
            </a:r>
            <a:r>
              <a:rPr lang="en-US" sz="1100" dirty="0">
                <a:latin typeface="Georgia Pro Semibold" panose="02040702050405020303" pitchFamily="18" charset="0"/>
              </a:rPr>
              <a:t> </a:t>
            </a:r>
          </a:p>
          <a:p>
            <a:r>
              <a:rPr lang="en-US" sz="1100" dirty="0">
                <a:latin typeface="Georgia Pro Semibold" panose="02040702050405020303" pitchFamily="18" charset="0"/>
              </a:rPr>
              <a:t>        Install-</a:t>
            </a:r>
            <a:r>
              <a:rPr lang="en-US" sz="1100" dirty="0" err="1">
                <a:latin typeface="Georgia Pro Semibold" panose="02040702050405020303" pitchFamily="18" charset="0"/>
              </a:rPr>
              <a:t>PassiveInstallFile</a:t>
            </a:r>
            <a:r>
              <a:rPr lang="en-US" sz="1100" dirty="0">
                <a:latin typeface="Georgia Pro Semibold" panose="02040702050405020303" pitchFamily="18" charset="0"/>
              </a:rPr>
              <a:t> -Installer "$($</a:t>
            </a:r>
            <a:r>
              <a:rPr lang="en-US" sz="1100" dirty="0" err="1">
                <a:latin typeface="Georgia Pro Semibold" panose="02040702050405020303" pitchFamily="18" charset="0"/>
              </a:rPr>
              <a:t>InstallerFileFolder</a:t>
            </a:r>
            <a:r>
              <a:rPr lang="en-US" sz="1100" dirty="0">
                <a:latin typeface="Georgia Pro Semibold" panose="02040702050405020303" pitchFamily="18" charset="0"/>
              </a:rPr>
              <a:t>)\Bluebeam Revu x64 21.msi" -Arguments $</a:t>
            </a:r>
            <a:r>
              <a:rPr lang="en-US" sz="1100" dirty="0" err="1">
                <a:latin typeface="Georgia Pro Semibold" panose="02040702050405020303" pitchFamily="18" charset="0"/>
              </a:rPr>
              <a:t>OptsRevu</a:t>
            </a:r>
            <a:r>
              <a:rPr lang="en-US" sz="1100" dirty="0">
                <a:latin typeface="Georgia Pro Semibold" panose="02040702050405020303" pitchFamily="18" charset="0"/>
              </a:rPr>
              <a:t> </a:t>
            </a:r>
          </a:p>
          <a:p>
            <a:r>
              <a:rPr lang="en-US" sz="1100" dirty="0">
                <a:latin typeface="Georgia Pro Semibold" panose="02040702050405020303" pitchFamily="18" charset="0"/>
              </a:rPr>
              <a:t> }</a:t>
            </a:r>
          </a:p>
          <a:p>
            <a:endParaRPr lang="en-US" sz="1100" dirty="0">
              <a:latin typeface="Georgia Pro Semibold" panose="02040702050405020303" pitchFamily="18" charset="0"/>
            </a:endParaRPr>
          </a:p>
          <a:p>
            <a:r>
              <a:rPr lang="en-US" sz="1100" dirty="0">
                <a:latin typeface="Georgia Pro Semibold" panose="02040702050405020303" pitchFamily="18" charset="0"/>
              </a:rPr>
              <a:t>#Remove-PassiveDesktopShortcuts -Names 'Bluebeam Revu'    </a:t>
            </a:r>
          </a:p>
          <a:p>
            <a:r>
              <a:rPr lang="en-US" sz="1100" dirty="0">
                <a:latin typeface="Georgia Pro Semibold" panose="02040702050405020303" pitchFamily="18" charset="0"/>
              </a:rPr>
              <a:t>#Remove-PassiveStartMenuShortcuts -Names '</a:t>
            </a:r>
            <a:r>
              <a:rPr lang="en-US" sz="1100" dirty="0" err="1">
                <a:latin typeface="Georgia Pro Semibold" panose="02040702050405020303" pitchFamily="18" charset="0"/>
              </a:rPr>
              <a:t>BlueBeam</a:t>
            </a:r>
            <a:r>
              <a:rPr lang="en-US" sz="1100" dirty="0">
                <a:latin typeface="Georgia Pro Semibold" panose="02040702050405020303" pitchFamily="18" charset="0"/>
              </a:rPr>
              <a:t> Revu (x86)'</a:t>
            </a:r>
          </a:p>
          <a:p>
            <a:r>
              <a:rPr lang="en-US" sz="1100" dirty="0">
                <a:latin typeface="Georgia Pro Semibold" panose="02040702050405020303" pitchFamily="18" charset="0"/>
              </a:rPr>
              <a:t>#Remove-PassiveStartMenuShortcuts -Names '</a:t>
            </a:r>
            <a:r>
              <a:rPr lang="en-US" sz="1100" dirty="0" err="1">
                <a:latin typeface="Georgia Pro Semibold" panose="02040702050405020303" pitchFamily="18" charset="0"/>
              </a:rPr>
              <a:t>BlueBeam</a:t>
            </a:r>
            <a:r>
              <a:rPr lang="en-US" sz="1100" dirty="0">
                <a:latin typeface="Georgia Pro Semibold" panose="02040702050405020303" pitchFamily="18" charset="0"/>
              </a:rPr>
              <a:t> Stapler (x86)'</a:t>
            </a:r>
          </a:p>
          <a:p>
            <a:endParaRPr lang="en-US" sz="1100" dirty="0">
              <a:latin typeface="Georgia Pro Semibold" panose="02040702050405020303" pitchFamily="18" charset="0"/>
            </a:endParaRPr>
          </a:p>
          <a:p>
            <a:r>
              <a:rPr lang="en-US" sz="1100" dirty="0">
                <a:latin typeface="Georgia Pro Semibold" panose="02040702050405020303" pitchFamily="18" charset="0"/>
              </a:rPr>
              <a:t>Optimize-</a:t>
            </a:r>
            <a:r>
              <a:rPr lang="en-US" sz="1100" dirty="0" err="1">
                <a:latin typeface="Georgia Pro Semibold" panose="02040702050405020303" pitchFamily="18" charset="0"/>
              </a:rPr>
              <a:t>PassiveNgenQueues</a:t>
            </a:r>
            <a:endParaRPr lang="en-US" sz="1100" dirty="0">
              <a:latin typeface="Georgia Pro Semibold" panose="020407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8542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C4546-2EE1-4E36-F815-536F7890D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92469-87F7-7B9B-9452-1D5BB7202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Script Wrapper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46A553-42FF-CFE5-B45A-B3666B084E21}"/>
              </a:ext>
            </a:extLst>
          </p:cNvPr>
          <p:cNvSpPr txBox="1"/>
          <p:nvPr/>
        </p:nvSpPr>
        <p:spPr>
          <a:xfrm>
            <a:off x="199915" y="1444555"/>
            <a:ext cx="11878204" cy="4832092"/>
          </a:xfrm>
          <a:prstGeom prst="rect">
            <a:avLst/>
          </a:prstGeom>
          <a:solidFill>
            <a:srgbClr val="000F2E"/>
          </a:solidFill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Georgia Pro Semibold" panose="02040702050405020303" pitchFamily="18" charset="0"/>
              </a:rPr>
              <a:t>$</a:t>
            </a:r>
            <a:r>
              <a:rPr lang="en-US" sz="1100" dirty="0" err="1">
                <a:latin typeface="Georgia Pro Semibold" panose="02040702050405020303" pitchFamily="18" charset="0"/>
              </a:rPr>
              <a:t>initialFirewallRules</a:t>
            </a:r>
            <a:r>
              <a:rPr lang="en-US" sz="1100" dirty="0">
                <a:latin typeface="Georgia Pro Semibold" panose="02040702050405020303" pitchFamily="18" charset="0"/>
              </a:rPr>
              <a:t> = Get-</a:t>
            </a:r>
            <a:r>
              <a:rPr lang="en-US" sz="1100" dirty="0" err="1">
                <a:latin typeface="Georgia Pro Semibold" panose="02040702050405020303" pitchFamily="18" charset="0"/>
              </a:rPr>
              <a:t>PassiveFirewallRules</a:t>
            </a:r>
            <a:endParaRPr lang="en-US" sz="1100" dirty="0">
              <a:latin typeface="Georgia Pro Semibold" panose="02040702050405020303" pitchFamily="18" charset="0"/>
            </a:endParaRPr>
          </a:p>
          <a:p>
            <a:endParaRPr lang="en-US" sz="1100" dirty="0">
              <a:latin typeface="Georgia Pro Semibold" panose="02040702050405020303" pitchFamily="18" charset="0"/>
            </a:endParaRPr>
          </a:p>
          <a:p>
            <a:r>
              <a:rPr lang="en-US" sz="1100" dirty="0">
                <a:latin typeface="Georgia Pro Semibold" panose="02040702050405020303" pitchFamily="18" charset="0"/>
              </a:rPr>
              <a:t>$ARGS = "/D='$($</a:t>
            </a:r>
            <a:r>
              <a:rPr lang="en-US" sz="1100" dirty="0" err="1">
                <a:latin typeface="Georgia Pro Semibold" panose="02040702050405020303" pitchFamily="18" charset="0"/>
              </a:rPr>
              <a:t>env:ProgramFiles</a:t>
            </a:r>
            <a:r>
              <a:rPr lang="en-US" sz="1100" dirty="0">
                <a:latin typeface="Georgia Pro Semibold" panose="02040702050405020303" pitchFamily="18" charset="0"/>
              </a:rPr>
              <a:t>)\</a:t>
            </a:r>
            <a:r>
              <a:rPr lang="en-US" sz="1100" dirty="0" err="1">
                <a:latin typeface="Georgia Pro Semibold" panose="02040702050405020303" pitchFamily="18" charset="0"/>
              </a:rPr>
              <a:t>ObsStudio</a:t>
            </a:r>
            <a:r>
              <a:rPr lang="en-US" sz="1100" dirty="0">
                <a:latin typeface="Georgia Pro Semibold" panose="02040702050405020303" pitchFamily="18" charset="0"/>
              </a:rPr>
              <a:t>'"</a:t>
            </a:r>
          </a:p>
          <a:p>
            <a:r>
              <a:rPr lang="en-US" sz="1100" dirty="0">
                <a:latin typeface="Georgia Pro Semibold" panose="02040702050405020303" pitchFamily="18" charset="0"/>
              </a:rPr>
              <a:t>if ($</a:t>
            </a:r>
            <a:r>
              <a:rPr lang="en-US" sz="1100" dirty="0" err="1">
                <a:latin typeface="Georgia Pro Semibold" panose="02040702050405020303" pitchFamily="18" charset="0"/>
              </a:rPr>
              <a:t>DoSilent</a:t>
            </a:r>
            <a:r>
              <a:rPr lang="en-US" sz="1100" dirty="0">
                <a:latin typeface="Georgia Pro Semibold" panose="02040702050405020303" pitchFamily="18" charset="0"/>
              </a:rPr>
              <a:t> -eq 1)</a:t>
            </a:r>
          </a:p>
          <a:p>
            <a:r>
              <a:rPr lang="en-US" sz="1100" dirty="0">
                <a:latin typeface="Georgia Pro Semibold" panose="02040702050405020303" pitchFamily="18" charset="0"/>
              </a:rPr>
              <a:t>{</a:t>
            </a:r>
          </a:p>
          <a:p>
            <a:r>
              <a:rPr lang="en-US" sz="1100" dirty="0">
                <a:latin typeface="Georgia Pro Semibold" panose="02040702050405020303" pitchFamily="18" charset="0"/>
              </a:rPr>
              <a:t>        Install-</a:t>
            </a:r>
            <a:r>
              <a:rPr lang="en-US" sz="1100" dirty="0" err="1">
                <a:latin typeface="Georgia Pro Semibold" panose="02040702050405020303" pitchFamily="18" charset="0"/>
              </a:rPr>
              <a:t>PassiveInstallFile</a:t>
            </a:r>
            <a:r>
              <a:rPr lang="en-US" sz="1100" dirty="0">
                <a:latin typeface="Georgia Pro Semibold" panose="02040702050405020303" pitchFamily="18" charset="0"/>
              </a:rPr>
              <a:t> -Installer "$($</a:t>
            </a:r>
            <a:r>
              <a:rPr lang="en-US" sz="1100" dirty="0" err="1">
                <a:latin typeface="Georgia Pro Semibold" panose="02040702050405020303" pitchFamily="18" charset="0"/>
              </a:rPr>
              <a:t>executingScriptDirectory</a:t>
            </a:r>
            <a:r>
              <a:rPr lang="en-US" sz="1100" dirty="0">
                <a:latin typeface="Georgia Pro Semibold" panose="02040702050405020303" pitchFamily="18" charset="0"/>
              </a:rPr>
              <a:t>)\OBS-Studio-30.2.3-Windows-Installer.exe" -Arguments "/S $($ARGS)"  -</a:t>
            </a:r>
            <a:r>
              <a:rPr lang="en-US" sz="1100" dirty="0" err="1">
                <a:latin typeface="Georgia Pro Semibold" panose="02040702050405020303" pitchFamily="18" charset="0"/>
              </a:rPr>
              <a:t>DoSilent</a:t>
            </a:r>
            <a:endParaRPr lang="en-US" sz="1100" dirty="0">
              <a:latin typeface="Georgia Pro Semibold" panose="02040702050405020303" pitchFamily="18" charset="0"/>
            </a:endParaRPr>
          </a:p>
          <a:p>
            <a:r>
              <a:rPr lang="en-US" sz="1100" dirty="0">
                <a:latin typeface="Georgia Pro Semibold" panose="02040702050405020303" pitchFamily="18" charset="0"/>
              </a:rPr>
              <a:t>}</a:t>
            </a:r>
          </a:p>
          <a:p>
            <a:r>
              <a:rPr lang="en-US" sz="1100" dirty="0">
                <a:latin typeface="Georgia Pro Semibold" panose="02040702050405020303" pitchFamily="18" charset="0"/>
              </a:rPr>
              <a:t>else</a:t>
            </a:r>
          </a:p>
          <a:p>
            <a:r>
              <a:rPr lang="en-US" sz="1100" dirty="0">
                <a:latin typeface="Georgia Pro Semibold" panose="02040702050405020303" pitchFamily="18" charset="0"/>
              </a:rPr>
              <a:t>{</a:t>
            </a:r>
          </a:p>
          <a:p>
            <a:r>
              <a:rPr lang="en-US" sz="1100" dirty="0">
                <a:latin typeface="Georgia Pro Semibold" panose="02040702050405020303" pitchFamily="18" charset="0"/>
              </a:rPr>
              <a:t>        Install-</a:t>
            </a:r>
            <a:r>
              <a:rPr lang="en-US" sz="1100" dirty="0" err="1">
                <a:latin typeface="Georgia Pro Semibold" panose="02040702050405020303" pitchFamily="18" charset="0"/>
              </a:rPr>
              <a:t>PassiveInstallFile</a:t>
            </a:r>
            <a:r>
              <a:rPr lang="en-US" sz="1100" dirty="0">
                <a:latin typeface="Georgia Pro Semibold" panose="02040702050405020303" pitchFamily="18" charset="0"/>
              </a:rPr>
              <a:t> -Installer "$($</a:t>
            </a:r>
            <a:r>
              <a:rPr lang="en-US" sz="1100" dirty="0" err="1">
                <a:latin typeface="Georgia Pro Semibold" panose="02040702050405020303" pitchFamily="18" charset="0"/>
              </a:rPr>
              <a:t>executingScriptDirectory</a:t>
            </a:r>
            <a:r>
              <a:rPr lang="en-US" sz="1100" dirty="0">
                <a:latin typeface="Georgia Pro Semibold" panose="02040702050405020303" pitchFamily="18" charset="0"/>
              </a:rPr>
              <a:t>)\OBS-Studio-30.2.3-Windows-Installer.exe" -Arguments "/S $($ARGS)"</a:t>
            </a:r>
          </a:p>
          <a:p>
            <a:r>
              <a:rPr lang="en-US" sz="1100" dirty="0">
                <a:latin typeface="Georgia Pro Semibold" panose="02040702050405020303" pitchFamily="18" charset="0"/>
              </a:rPr>
              <a:t>}</a:t>
            </a:r>
          </a:p>
          <a:p>
            <a:endParaRPr lang="en-US" sz="1100" dirty="0">
              <a:latin typeface="Georgia Pro Semibold" panose="02040702050405020303" pitchFamily="18" charset="0"/>
            </a:endParaRPr>
          </a:p>
          <a:p>
            <a:r>
              <a:rPr lang="en-US" sz="1100" dirty="0">
                <a:latin typeface="Georgia Pro Semibold" panose="02040702050405020303" pitchFamily="18" charset="0"/>
              </a:rPr>
              <a:t>Copy-</a:t>
            </a:r>
            <a:r>
              <a:rPr lang="en-US" sz="1100" dirty="0" err="1">
                <a:latin typeface="Georgia Pro Semibold" panose="02040702050405020303" pitchFamily="18" charset="0"/>
              </a:rPr>
              <a:t>PassiveFile</a:t>
            </a:r>
            <a:r>
              <a:rPr lang="en-US" sz="1100" dirty="0">
                <a:latin typeface="Georgia Pro Semibold" panose="02040702050405020303" pitchFamily="18" charset="0"/>
              </a:rPr>
              <a:t> -Source "$($</a:t>
            </a:r>
            <a:r>
              <a:rPr lang="en-US" sz="1100" dirty="0" err="1">
                <a:latin typeface="Georgia Pro Semibold" panose="02040702050405020303" pitchFamily="18" charset="0"/>
              </a:rPr>
              <a:t>executingScriptDirectory</a:t>
            </a:r>
            <a:r>
              <a:rPr lang="en-US" sz="1100" dirty="0">
                <a:latin typeface="Georgia Pro Semibold" panose="02040702050405020303" pitchFamily="18" charset="0"/>
              </a:rPr>
              <a:t>)\Config\global.ini" -Destination "$($</a:t>
            </a:r>
            <a:r>
              <a:rPr lang="en-US" sz="1100" dirty="0" err="1">
                <a:latin typeface="Georgia Pro Semibold" panose="02040702050405020303" pitchFamily="18" charset="0"/>
              </a:rPr>
              <a:t>env:APPDATA</a:t>
            </a:r>
            <a:r>
              <a:rPr lang="en-US" sz="1100" dirty="0">
                <a:latin typeface="Georgia Pro Semibold" panose="02040702050405020303" pitchFamily="18" charset="0"/>
              </a:rPr>
              <a:t>)\</a:t>
            </a:r>
            <a:r>
              <a:rPr lang="en-US" sz="1100" dirty="0" err="1">
                <a:latin typeface="Georgia Pro Semibold" panose="02040702050405020303" pitchFamily="18" charset="0"/>
              </a:rPr>
              <a:t>obs</a:t>
            </a:r>
            <a:r>
              <a:rPr lang="en-US" sz="1100" dirty="0">
                <a:latin typeface="Georgia Pro Semibold" panose="02040702050405020303" pitchFamily="18" charset="0"/>
              </a:rPr>
              <a:t>-studio" </a:t>
            </a:r>
          </a:p>
          <a:p>
            <a:endParaRPr lang="en-US" sz="1100" dirty="0">
              <a:latin typeface="Georgia Pro Semibold" panose="02040702050405020303" pitchFamily="18" charset="0"/>
            </a:endParaRPr>
          </a:p>
          <a:p>
            <a:r>
              <a:rPr lang="en-US" sz="1100" dirty="0">
                <a:latin typeface="Georgia Pro Semibold" panose="02040702050405020303" pitchFamily="18" charset="0"/>
              </a:rPr>
              <a:t>Remove-</a:t>
            </a:r>
            <a:r>
              <a:rPr lang="en-US" sz="1100" dirty="0" err="1">
                <a:latin typeface="Georgia Pro Semibold" panose="02040702050405020303" pitchFamily="18" charset="0"/>
              </a:rPr>
              <a:t>PassiveDesktopShortcuts</a:t>
            </a:r>
            <a:r>
              <a:rPr lang="en-US" sz="1100" dirty="0">
                <a:latin typeface="Georgia Pro Semibold" panose="02040702050405020303" pitchFamily="18" charset="0"/>
              </a:rPr>
              <a:t> -Names '</a:t>
            </a:r>
            <a:r>
              <a:rPr lang="en-US" sz="1100" dirty="0" err="1">
                <a:latin typeface="Georgia Pro Semibold" panose="02040702050405020303" pitchFamily="18" charset="0"/>
              </a:rPr>
              <a:t>Obs</a:t>
            </a:r>
            <a:r>
              <a:rPr lang="en-US" sz="1100" dirty="0">
                <a:latin typeface="Georgia Pro Semibold" panose="02040702050405020303" pitchFamily="18" charset="0"/>
              </a:rPr>
              <a:t> Studio' </a:t>
            </a:r>
          </a:p>
          <a:p>
            <a:r>
              <a:rPr lang="en-US" sz="1100" dirty="0">
                <a:latin typeface="Georgia Pro Semibold" panose="02040702050405020303" pitchFamily="18" charset="0"/>
              </a:rPr>
              <a:t>Remove-</a:t>
            </a:r>
            <a:r>
              <a:rPr lang="en-US" sz="1100" dirty="0" err="1">
                <a:latin typeface="Georgia Pro Semibold" panose="02040702050405020303" pitchFamily="18" charset="0"/>
              </a:rPr>
              <a:t>PassiveStartMenuShortcuts</a:t>
            </a:r>
            <a:r>
              <a:rPr lang="en-US" sz="1100" dirty="0">
                <a:latin typeface="Georgia Pro Semibold" panose="02040702050405020303" pitchFamily="18" charset="0"/>
              </a:rPr>
              <a:t> -Names 'Uninstall'  </a:t>
            </a:r>
          </a:p>
          <a:p>
            <a:r>
              <a:rPr lang="en-US" sz="1100" dirty="0">
                <a:latin typeface="Georgia Pro Semibold" panose="02040702050405020303" pitchFamily="18" charset="0"/>
              </a:rPr>
              <a:t>   </a:t>
            </a:r>
          </a:p>
          <a:p>
            <a:r>
              <a:rPr lang="en-US" sz="1100" dirty="0">
                <a:latin typeface="Georgia Pro Semibold" panose="02040702050405020303" pitchFamily="18" charset="0"/>
              </a:rPr>
              <a:t># Check for new firewall rules and touch them from this process so that they are captured by the MMPT</a:t>
            </a:r>
          </a:p>
          <a:p>
            <a:r>
              <a:rPr lang="en-US" sz="1100" dirty="0">
                <a:latin typeface="Georgia Pro Semibold" panose="02040702050405020303" pitchFamily="18" charset="0"/>
              </a:rPr>
              <a:t>$</a:t>
            </a:r>
            <a:r>
              <a:rPr lang="en-US" sz="1100" dirty="0" err="1">
                <a:latin typeface="Georgia Pro Semibold" panose="02040702050405020303" pitchFamily="18" charset="0"/>
              </a:rPr>
              <a:t>updatedFirewallRules</a:t>
            </a:r>
            <a:r>
              <a:rPr lang="en-US" sz="1100" dirty="0">
                <a:latin typeface="Georgia Pro Semibold" panose="02040702050405020303" pitchFamily="18" charset="0"/>
              </a:rPr>
              <a:t> = Get-</a:t>
            </a:r>
            <a:r>
              <a:rPr lang="en-US" sz="1100" dirty="0" err="1">
                <a:latin typeface="Georgia Pro Semibold" panose="02040702050405020303" pitchFamily="18" charset="0"/>
              </a:rPr>
              <a:t>PassiveFirewallRules</a:t>
            </a:r>
            <a:endParaRPr lang="en-US" sz="1100" dirty="0">
              <a:latin typeface="Georgia Pro Semibold" panose="02040702050405020303" pitchFamily="18" charset="0"/>
            </a:endParaRPr>
          </a:p>
          <a:p>
            <a:endParaRPr lang="en-US" sz="1100" dirty="0">
              <a:latin typeface="Georgia Pro Semibold" panose="02040702050405020303" pitchFamily="18" charset="0"/>
            </a:endParaRPr>
          </a:p>
          <a:p>
            <a:r>
              <a:rPr lang="en-US" sz="1100" dirty="0">
                <a:latin typeface="Georgia Pro Semibold" panose="02040702050405020303" pitchFamily="18" charset="0"/>
              </a:rPr>
              <a:t>$</a:t>
            </a:r>
            <a:r>
              <a:rPr lang="en-US" sz="1100" dirty="0" err="1">
                <a:latin typeface="Georgia Pro Semibold" panose="02040702050405020303" pitchFamily="18" charset="0"/>
              </a:rPr>
              <a:t>changedFirewallRules</a:t>
            </a:r>
            <a:r>
              <a:rPr lang="en-US" sz="1100" dirty="0">
                <a:latin typeface="Georgia Pro Semibold" panose="02040702050405020303" pitchFamily="18" charset="0"/>
              </a:rPr>
              <a:t> = Redo-</a:t>
            </a:r>
            <a:r>
              <a:rPr lang="en-US" sz="1100" dirty="0" err="1">
                <a:latin typeface="Georgia Pro Semibold" panose="02040702050405020303" pitchFamily="18" charset="0"/>
              </a:rPr>
              <a:t>PassiveNewFirewallRules</a:t>
            </a:r>
            <a:r>
              <a:rPr lang="en-US" sz="1100" dirty="0">
                <a:latin typeface="Georgia Pro Semibold" panose="02040702050405020303" pitchFamily="18" charset="0"/>
              </a:rPr>
              <a:t> $</a:t>
            </a:r>
            <a:r>
              <a:rPr lang="en-US" sz="1100" dirty="0" err="1">
                <a:latin typeface="Georgia Pro Semibold" panose="02040702050405020303" pitchFamily="18" charset="0"/>
              </a:rPr>
              <a:t>initialFirewallRules</a:t>
            </a:r>
            <a:r>
              <a:rPr lang="en-US" sz="1100" dirty="0">
                <a:latin typeface="Georgia Pro Semibold" panose="02040702050405020303" pitchFamily="18" charset="0"/>
              </a:rPr>
              <a:t> $</a:t>
            </a:r>
            <a:r>
              <a:rPr lang="en-US" sz="1100" dirty="0" err="1">
                <a:latin typeface="Georgia Pro Semibold" panose="02040702050405020303" pitchFamily="18" charset="0"/>
              </a:rPr>
              <a:t>updatedFirewallRules</a:t>
            </a:r>
            <a:endParaRPr lang="en-US" sz="1100" dirty="0">
              <a:latin typeface="Georgia Pro Semibold" panose="02040702050405020303" pitchFamily="18" charset="0"/>
            </a:endParaRPr>
          </a:p>
          <a:p>
            <a:r>
              <a:rPr lang="en-US" sz="1100" dirty="0">
                <a:latin typeface="Georgia Pro Semibold" panose="02040702050405020303" pitchFamily="18" charset="0"/>
              </a:rPr>
              <a:t>if ($</a:t>
            </a:r>
            <a:r>
              <a:rPr lang="en-US" sz="1100" dirty="0" err="1">
                <a:latin typeface="Georgia Pro Semibold" panose="02040702050405020303" pitchFamily="18" charset="0"/>
              </a:rPr>
              <a:t>DoSilent</a:t>
            </a:r>
            <a:r>
              <a:rPr lang="en-US" sz="1100" dirty="0">
                <a:latin typeface="Georgia Pro Semibold" panose="02040702050405020303" pitchFamily="18" charset="0"/>
              </a:rPr>
              <a:t> -eq 0)</a:t>
            </a:r>
          </a:p>
          <a:p>
            <a:r>
              <a:rPr lang="en-US" sz="1100" dirty="0">
                <a:latin typeface="Georgia Pro Semibold" panose="02040702050405020303" pitchFamily="18" charset="0"/>
              </a:rPr>
              <a:t>{</a:t>
            </a:r>
          </a:p>
          <a:p>
            <a:r>
              <a:rPr lang="en-US" sz="1100" dirty="0">
                <a:latin typeface="Georgia Pro Semibold" panose="02040702050405020303" pitchFamily="18" charset="0"/>
              </a:rPr>
              <a:t>        $</a:t>
            </a:r>
            <a:r>
              <a:rPr lang="en-US" sz="1100" dirty="0" err="1">
                <a:latin typeface="Georgia Pro Semibold" panose="02040702050405020303" pitchFamily="18" charset="0"/>
              </a:rPr>
              <a:t>changedFirewallRules.Show</a:t>
            </a:r>
            <a:r>
              <a:rPr lang="en-US" sz="1100" dirty="0">
                <a:latin typeface="Georgia Pro Semibold" panose="02040702050405020303" pitchFamily="18" charset="0"/>
              </a:rPr>
              <a:t>()</a:t>
            </a:r>
          </a:p>
          <a:p>
            <a:r>
              <a:rPr lang="en-US" sz="1100" dirty="0">
                <a:latin typeface="Georgia Pro Semibold" panose="02040702050405020303" pitchFamily="18" charset="0"/>
              </a:rPr>
              <a:t>}</a:t>
            </a:r>
          </a:p>
          <a:p>
            <a:endParaRPr lang="en-US" sz="1100" dirty="0">
              <a:latin typeface="Georgia Pro Semibold" panose="02040702050405020303" pitchFamily="18" charset="0"/>
            </a:endParaRPr>
          </a:p>
          <a:p>
            <a:endParaRPr lang="en-US" sz="1100" dirty="0">
              <a:latin typeface="Georgia Pro Semibold" panose="02040702050405020303" pitchFamily="18" charset="0"/>
            </a:endParaRPr>
          </a:p>
          <a:p>
            <a:r>
              <a:rPr lang="en-US" sz="1100" dirty="0">
                <a:latin typeface="Georgia Pro Semibold" panose="02040702050405020303" pitchFamily="18" charset="0"/>
              </a:rPr>
              <a:t>Optimize-</a:t>
            </a:r>
            <a:r>
              <a:rPr lang="en-US" sz="1100" dirty="0" err="1">
                <a:latin typeface="Georgia Pro Semibold" panose="02040702050405020303" pitchFamily="18" charset="0"/>
              </a:rPr>
              <a:t>PassiveNgenQueues</a:t>
            </a:r>
            <a:endParaRPr lang="en-US" sz="1100" dirty="0">
              <a:latin typeface="Georgia Pro Semibold" panose="020407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0889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AE02C-6F92-A6CD-518C-E708EB47F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TMEditX Editor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AFC24C-93DD-CA5D-3F56-2BAE4B482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481" y="1491150"/>
            <a:ext cx="10484389" cy="495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2370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B8A46-D829-2B68-6703-AB8348FB8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E658B-BCD8-9C7E-A6AF-CFFA9F9A1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TMEditX Editor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AC9BA8-C87D-CC30-F27D-189E20C58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26" y="0"/>
            <a:ext cx="109405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7483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A9107-5C48-0C7A-B3DE-2BB8DEEAC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F83D8C-22EC-566D-57BC-2538CBAAB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356" y="0"/>
            <a:ext cx="108332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7182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BD810-45AC-01F7-4670-0C84B4A2C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606E5-D44D-CABC-E3B7-CC10CE56D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TMEditX Editor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254003-C758-79F8-9D5D-ED67B68C1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532" y="1415923"/>
            <a:ext cx="10446287" cy="494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3937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E4E1DE-CDEE-D5C8-67EE-25689A0AF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A810F-FC05-5E88-A157-3E2EE8F54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TMEditX Tools</a:t>
            </a:r>
            <a:br>
              <a:rPr lang="en-US" sz="3100"/>
            </a:br>
            <a:r>
              <a:rPr lang="en-US" sz="3100"/>
              <a:t>(free community tools)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1731964"/>
            <a:ext cx="12192001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9" name="TextBox 6">
            <a:extLst>
              <a:ext uri="{FF2B5EF4-FFF2-40B4-BE49-F238E27FC236}">
                <a16:creationId xmlns:a16="http://schemas.microsoft.com/office/drawing/2014/main" id="{0A3E4BDC-29B4-BCEE-FEA2-DB458DF8B7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2235258"/>
              </p:ext>
            </p:extLst>
          </p:nvPr>
        </p:nvGraphicFramePr>
        <p:xfrm>
          <a:off x="914400" y="1892830"/>
          <a:ext cx="10353675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4787587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DCBE5-EA4C-63DF-4BAB-52209C40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C7E0B-9C3F-4F24-F3E9-0B9AF18FC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TMEditX Tools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8478F5-8619-265E-6B25-BFFA63A27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414"/>
            <a:ext cx="12192000" cy="679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5331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16227-07CB-2A11-18B0-F1F7DD4CE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3E040-6307-29A9-56F9-01C0D7CE2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TMEditX Tools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0E5EA8-882D-A3A3-85C8-F4398ACCFF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174" y="57150"/>
            <a:ext cx="110956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211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DF8DA5-E0C0-3CE0-4CF3-2F4D40BCA572}"/>
              </a:ext>
            </a:extLst>
          </p:cNvPr>
          <p:cNvSpPr txBox="1"/>
          <p:nvPr/>
        </p:nvSpPr>
        <p:spPr>
          <a:xfrm>
            <a:off x="223024" y="4215161"/>
            <a:ext cx="3085781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=== Contact ===</a:t>
            </a:r>
          </a:p>
          <a:p>
            <a:r>
              <a:rPr lang="en-US" dirty="0"/>
              <a:t>Tim Mangan</a:t>
            </a:r>
          </a:p>
          <a:p>
            <a:r>
              <a:rPr lang="en-US" dirty="0"/>
              <a:t>Email:</a:t>
            </a:r>
          </a:p>
          <a:p>
            <a:r>
              <a:rPr lang="en-US" dirty="0"/>
              <a:t>	tmangan@tmurgent.com</a:t>
            </a:r>
          </a:p>
          <a:p>
            <a:r>
              <a:rPr lang="en-US" dirty="0"/>
              <a:t>LinkedIn:</a:t>
            </a:r>
          </a:p>
          <a:p>
            <a:r>
              <a:rPr lang="en-US" dirty="0"/>
              <a:t>	</a:t>
            </a:r>
            <a:r>
              <a:rPr lang="en-US" dirty="0" err="1"/>
              <a:t>timmangan</a:t>
            </a:r>
            <a:endParaRPr lang="en-US" dirty="0"/>
          </a:p>
          <a:p>
            <a:r>
              <a:rPr lang="en-US" dirty="0"/>
              <a:t>Website:</a:t>
            </a:r>
          </a:p>
          <a:p>
            <a:r>
              <a:rPr lang="en-US" dirty="0"/>
              <a:t>	tmurgent.com</a:t>
            </a:r>
          </a:p>
        </p:txBody>
      </p:sp>
    </p:spTree>
    <p:extLst>
      <p:ext uri="{BB962C8B-B14F-4D97-AF65-F5344CB8AC3E}">
        <p14:creationId xmlns:p14="http://schemas.microsoft.com/office/powerpoint/2010/main" val="14515048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2_Slat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3.xml><?xml version="1.0" encoding="utf-8"?>
<a:theme xmlns:a="http://schemas.openxmlformats.org/drawingml/2006/main" name="3_Slate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3113</TotalTime>
  <Words>1412</Words>
  <Application>Microsoft Office PowerPoint</Application>
  <PresentationFormat>Widescreen</PresentationFormat>
  <Paragraphs>345</Paragraphs>
  <Slides>40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40</vt:i4>
      </vt:variant>
    </vt:vector>
  </HeadingPairs>
  <TitlesOfParts>
    <vt:vector size="51" baseType="lpstr">
      <vt:lpstr>Aptos</vt:lpstr>
      <vt:lpstr>Arial</vt:lpstr>
      <vt:lpstr>Calibri</vt:lpstr>
      <vt:lpstr>Calisto MT</vt:lpstr>
      <vt:lpstr>Georgia</vt:lpstr>
      <vt:lpstr>Georgia Pro Semibold</vt:lpstr>
      <vt:lpstr>Wingdings</vt:lpstr>
      <vt:lpstr>Wingdings 2</vt:lpstr>
      <vt:lpstr>Slate</vt:lpstr>
      <vt:lpstr>2_Slate</vt:lpstr>
      <vt:lpstr>3_Slate</vt:lpstr>
      <vt:lpstr>The Enterprise Application Pipeline</vt:lpstr>
      <vt:lpstr>The Enterprise Application Pipeline</vt:lpstr>
      <vt:lpstr>PowerPoint Presentation</vt:lpstr>
      <vt:lpstr>Token slide about MSIX</vt:lpstr>
      <vt:lpstr>The Enterprise Application Pipeline</vt:lpstr>
      <vt:lpstr>Why?</vt:lpstr>
      <vt:lpstr>Application Pipeline Concept</vt:lpstr>
      <vt:lpstr>Pipeline Reference Architecture</vt:lpstr>
      <vt:lpstr>1 - Intake</vt:lpstr>
      <vt:lpstr>Single Intake Single Governance Model Parallel processes where necessary</vt:lpstr>
      <vt:lpstr>2 - Rationalization</vt:lpstr>
      <vt:lpstr>3 - Categorize</vt:lpstr>
      <vt:lpstr>4 – Sub Pipelines</vt:lpstr>
      <vt:lpstr>Sub-pipeline Examples</vt:lpstr>
      <vt:lpstr>4A - Preparation</vt:lpstr>
      <vt:lpstr>4B - UAT</vt:lpstr>
      <vt:lpstr>4C - Deployment</vt:lpstr>
      <vt:lpstr>5 - Support</vt:lpstr>
      <vt:lpstr>Key Takeaways</vt:lpstr>
      <vt:lpstr>Goal</vt:lpstr>
      <vt:lpstr>Security and App Prep</vt:lpstr>
      <vt:lpstr>Software Identity</vt:lpstr>
      <vt:lpstr>Identity</vt:lpstr>
      <vt:lpstr>About Hashes</vt:lpstr>
      <vt:lpstr>About Digital Signatures</vt:lpstr>
      <vt:lpstr>Attestation, Affirmation, Notarization</vt:lpstr>
      <vt:lpstr>Impact on pipeline</vt:lpstr>
      <vt:lpstr>MSIX Repackaging</vt:lpstr>
      <vt:lpstr>What has changed</vt:lpstr>
      <vt:lpstr>Repackage Workflow</vt:lpstr>
      <vt:lpstr>Script Wrapper</vt:lpstr>
      <vt:lpstr>Script Wrapper</vt:lpstr>
      <vt:lpstr>TMEditX Editor</vt:lpstr>
      <vt:lpstr>TMEditX Editor</vt:lpstr>
      <vt:lpstr>PowerPoint Presentation</vt:lpstr>
      <vt:lpstr>TMEditX Editor</vt:lpstr>
      <vt:lpstr>TMEditX Tools (free community tools)</vt:lpstr>
      <vt:lpstr>TMEditX Tools</vt:lpstr>
      <vt:lpstr>TMEditX Tools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MANGAN</dc:creator>
  <cp:lastModifiedBy>TIMOTHY MANGAN</cp:lastModifiedBy>
  <cp:revision>1</cp:revision>
  <dcterms:created xsi:type="dcterms:W3CDTF">2026-03-12T14:35:51Z</dcterms:created>
  <dcterms:modified xsi:type="dcterms:W3CDTF">2026-04-15T18:28:57Z</dcterms:modified>
</cp:coreProperties>
</file>